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702" autoAdjust="0"/>
  </p:normalViewPr>
  <p:slideViewPr>
    <p:cSldViewPr snapToGrid="0">
      <p:cViewPr varScale="1">
        <p:scale>
          <a:sx n="78" d="100"/>
          <a:sy n="78" d="100"/>
        </p:scale>
        <p:origin x="18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goal of this system is to give </a:t>
            </a:r>
            <a:r>
              <a:rPr dirty="0" err="1"/>
              <a:t>DriverPass</a:t>
            </a:r>
            <a:r>
              <a:rPr dirty="0"/>
              <a:t> one place to manage its training services. Customers would be able to schedule driving lessons and keep track of their progress. Customers with Package Three would also have access to online classes and practice tests. The secretary could help customers who call or come into the office. I think keeping this information together would make it easier for staff to manage appointments and help customers prepare for their DMV tests. These slides explain how the system would work and what </a:t>
            </a:r>
            <a:r>
              <a:rPr dirty="0" err="1"/>
              <a:t>DriverPass</a:t>
            </a:r>
            <a:r>
              <a:rPr dirty="0"/>
              <a:t> would need to consider.</a:t>
            </a:r>
          </a:p>
          <a:p>
            <a:endParaRPr dirty="0"/>
          </a:p>
          <a:p>
            <a:r>
              <a:rPr dirty="0"/>
              <a:t>Source: CS 255 </a:t>
            </a:r>
            <a:r>
              <a:rPr dirty="0" err="1"/>
              <a:t>DriverPass</a:t>
            </a:r>
            <a:r>
              <a:rPr dirty="0"/>
              <a:t> Interview Transcript, </a:t>
            </a:r>
            <a:r>
              <a:rPr dirty="0" err="1"/>
              <a:t>DriverPass</a:t>
            </a:r>
            <a:r>
              <a:rPr dirty="0"/>
              <a:t> Interview section.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needs to let customers and the secretary book, change, or cancel driving lessons. Each lesson lasts two hours, so the system would check that the customer has enough hours left in their package. It would also check that a driver and car are available before confirming the appointment. This would help prevent double bookings. Package One includes six driving hours. Package Two includes eight driving hours and an in-person rules lesson. Package Three includes twelve driving hours, the rules lesson, and online classes with practice tests. Customers could check their test scores and see where they need more practice. The website would work on a phone or computer, and a cloud provider would handle hosting and backups.</a:t>
            </a:r>
          </a:p>
          <a:p>
            <a:endParaRPr/>
          </a:p>
          <a:p>
            <a:r>
              <a:t>Source: CS 255 DriverPass Interview Transcript, Reservations, packages, online progress, interface, and cloud hosting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shows the different people who would use the system and what each person can do. The people are outside the large box, and the tasks are inside it. Customers can schedule lessons and view their progress. The secretary can register customers and make reservations for them. Drivers can record lesson times and leave comments about how the customer did. Liam, the owner, can review reports and stop new purchases of a training package. Ian, the IT officer, can manage accounts and control access. The DMV is shown because DriverPass needs to keep its training information current. I also included a payment service as a design recommendation for processing card payments. Each person would only have access to the information needed for their role.</a:t>
            </a:r>
          </a:p>
          <a:p>
            <a:endParaRPr/>
          </a:p>
          <a:p>
            <a:r>
              <a:t>Source: CS 255 DriverPass Interview Transcript, Users, security, reservations, packages, and DMV updates discussion. The payment service is a proposed design choice.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t>This diagram shows the steps for reserving a driving lesson. First, the customer or secretary enters the requested time and pickup location. The system checks that the account is active and that the customer has enough lesson hours left. If something needs attention, the system lets the user know before continuing. It then checks whether a driver and car are available for the full two-hour lesson. If that time is already taken, the user can choose another time. The system checks availability again before saving the reservation. This helps prevent two customers from booking the same driver or car at the same time. Once the reservation is saved, the customer sees a confirmation and their updated lesson balance. The system also records who made the reservation. The drop-off location matches the pickup location.</a:t>
            </a:r>
          </a:p>
          <a:p>
            <a:pPr marL="0" marR="0" lvl="0" indent="0" algn="l" defTabSz="914400">
              <a:lnSpc>
                <a:spcPct val="100000"/>
              </a:lnSpc>
              <a:spcBef>
                <a:spcPts val="0"/>
              </a:spcBef>
              <a:spcAft>
                <a:spcPts val="0"/>
              </a:spcAft>
              <a:buClrTx/>
              <a:buSzTx/>
              <a:buFontTx/>
              <a:buNone/>
            </a:pPr>
            <a:endParaRPr/>
          </a:p>
          <a:p>
            <a:pPr marL="0" marR="0" lvl="0" indent="0" algn="l" defTabSz="914400">
              <a:lnSpc>
                <a:spcPct val="100000"/>
              </a:lnSpc>
              <a:spcBef>
                <a:spcPts val="0"/>
              </a:spcBef>
              <a:spcAft>
                <a:spcPts val="0"/>
              </a:spcAft>
              <a:buClrTx/>
              <a:buSzTx/>
              <a:buFontTx/>
              <a:buNone/>
            </a:pPr>
            <a:r>
              <a:t>Source: CS 255 DriverPass Interview Transcript, Reservations and registration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is important because the system stores customer information and training records. Customers would be able to see their own information, while staff would have access based on their job. Ian could help reset accounts and block former employees from signing in. The system would also provide a secure way for customers to recover a forgotten password. It would protect information both when it is stored and when someone sends it through the website. The reservation history would show who made a change and when it happened, which would help Liam look into scheduling problems. I recommend using a separate payment service to handle card information and keeping backups so records can be restored after a problem. DriverPass would still need to keep employee access up to date.</a:t>
            </a:r>
          </a:p>
          <a:p>
            <a:endParaRPr/>
          </a:p>
          <a:p>
            <a:r>
              <a:t>Source: CS 255 DriverPass Interview Transcript, Security, tracking, registration, and cloud hosting discussion. Specific protection and payment handling choices are design recommendations.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dirty="0"/>
              <a:t>The system has a few limitations that </a:t>
            </a:r>
            <a:r>
              <a:rPr dirty="0" err="1"/>
              <a:t>DriverPass</a:t>
            </a:r>
            <a:r>
              <a:rPr dirty="0"/>
              <a:t> would need to plan for. Customers and staff need an internet connection to save reservations, update records, or use online tests. Liam can download reports and view them offline, but those copies would not update the live system. Scheduling also depends on the available drivers and the ten cars described in the interview. The first version would support the three current packages and let Liam disable a package. Adding new training modules would take more development. The interview does not explain how the DMV connection would work, so that connection would need to be confirmed. Staff would also need to review changes before updating the training material. The system can help customers prepare and track their progress, but it cannot guarantee that they will pass the DMV test.</a:t>
            </a:r>
          </a:p>
          <a:p>
            <a:pPr marL="0" marR="0" lvl="0" indent="0" algn="l" defTabSz="914400">
              <a:lnSpc>
                <a:spcPct val="100000"/>
              </a:lnSpc>
              <a:spcBef>
                <a:spcPts val="0"/>
              </a:spcBef>
              <a:spcAft>
                <a:spcPts val="0"/>
              </a:spcAft>
              <a:buClrTx/>
              <a:buSzTx/>
              <a:buFontTx/>
              <a:buNone/>
            </a:pPr>
            <a:endParaRPr dirty="0"/>
          </a:p>
          <a:p>
            <a:pPr marL="0" marR="0" lvl="0" indent="0" algn="l" defTabSz="914400">
              <a:lnSpc>
                <a:spcPct val="100000"/>
              </a:lnSpc>
              <a:spcBef>
                <a:spcPts val="0"/>
              </a:spcBef>
              <a:spcAft>
                <a:spcPts val="0"/>
              </a:spcAft>
              <a:buClrTx/>
              <a:buSzTx/>
              <a:buFontTx/>
              <a:buNone/>
            </a:pPr>
            <a:r>
              <a:rPr dirty="0"/>
              <a:t>Source: CS 255 </a:t>
            </a:r>
            <a:r>
              <a:rPr dirty="0" err="1"/>
              <a:t>DriverPass</a:t>
            </a:r>
            <a:r>
              <a:rPr dirty="0"/>
              <a:t> Interview Transcript, Offline access, cars, packages, and DMV updates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idx="10"/>
          </p:nvPr>
        </p:nvSpPr>
        <p:spPr/>
        <p:txBody>
          <a:bodyPr/>
          <a:lstStyle/>
          <a:p>
            <a:fld id="{5D6495F3-B757-4FAF-98AA-EDA7D1485485}" type="datetimeFigureOut">
              <a:t>10/18/2026</a:t>
            </a:fld>
            <a:endParaRPr/>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idx="10"/>
          </p:nvPr>
        </p:nvSpPr>
        <p:spPr/>
        <p:txBody>
          <a:bodyPr/>
          <a:lstStyle/>
          <a:p>
            <a:fld id="{5D6495F3-B757-4FAF-98AA-EDA7D1485485}" type="datetimeFigureOut">
              <a:t>10/18/2026</a:t>
            </a:fld>
            <a:endParaRPr/>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idx="10"/>
          </p:nvPr>
        </p:nvSpPr>
        <p:spPr/>
        <p:txBody>
          <a:bodyPr/>
          <a:lstStyle/>
          <a:p>
            <a:fld id="{5D6495F3-B757-4FAF-98AA-EDA7D1485485}" type="datetimeFigureOut">
              <a:t>10/18/2026</a:t>
            </a:fld>
            <a:endParaRPr/>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idx="10"/>
          </p:nvPr>
        </p:nvSpPr>
        <p:spPr/>
        <p:txBody>
          <a:bodyPr/>
          <a:lstStyle/>
          <a:p>
            <a:fld id="{5D6495F3-B757-4FAF-98AA-EDA7D1485485}" type="datetimeFigureOut">
              <a:t>10/18/2026</a:t>
            </a:fld>
            <a:endParaRPr/>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idx="10"/>
          </p:nvPr>
        </p:nvSpPr>
        <p:spPr/>
        <p:txBody>
          <a:bodyPr/>
          <a:lstStyle/>
          <a:p>
            <a:fld id="{5D6495F3-B757-4FAF-98AA-EDA7D1485485}" type="datetimeFigureOut">
              <a:t>10/18/2026</a:t>
            </a:fld>
            <a:endParaRPr/>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idx="10"/>
          </p:nvPr>
        </p:nvSpPr>
        <p:spPr/>
        <p:txBody>
          <a:bodyPr/>
          <a:lstStyle/>
          <a:p>
            <a:fld id="{5D6495F3-B757-4FAF-98AA-EDA7D1485485}" type="datetimeFigureOut">
              <a:t>10/18/2026</a:t>
            </a:fld>
            <a:endParaRPr/>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idx="10"/>
          </p:nvPr>
        </p:nvSpPr>
        <p:spPr/>
        <p:txBody>
          <a:bodyPr/>
          <a:lstStyle/>
          <a:p>
            <a:fld id="{5D6495F3-B757-4FAF-98AA-EDA7D1485485}" type="datetimeFigureOut">
              <a:t>10/18/2026</a:t>
            </a:fld>
            <a:endParaRPr/>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idx="10"/>
          </p:nvPr>
        </p:nvSpPr>
        <p:spPr/>
        <p:txBody>
          <a:bodyPr/>
          <a:lstStyle/>
          <a:p>
            <a:fld id="{5D6495F3-B757-4FAF-98AA-EDA7D1485485}" type="datetimeFigureOut">
              <a:t>10/18/2026</a:t>
            </a:fld>
            <a:endParaRPr/>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idx="10"/>
          </p:nvPr>
        </p:nvSpPr>
        <p:spPr/>
        <p:txBody>
          <a:bodyPr/>
          <a:lstStyle/>
          <a:p>
            <a:fld id="{5D6495F3-B757-4FAF-98AA-EDA7D1485485}" type="datetimeFigureOut">
              <a:t>10/18/2026</a:t>
            </a:fld>
            <a:endParaRPr/>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idx="10"/>
          </p:nvPr>
        </p:nvSpPr>
        <p:spPr/>
        <p:txBody>
          <a:bodyPr/>
          <a:lstStyle/>
          <a:p>
            <a:fld id="{5D6495F3-B757-4FAF-98AA-EDA7D1485485}" type="datetimeFigureOut">
              <a:t>10/18/2026</a:t>
            </a:fld>
            <a:endParaRPr/>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idx="10"/>
          </p:nvPr>
        </p:nvSpPr>
        <p:spPr/>
        <p:txBody>
          <a:bodyPr/>
          <a:lstStyle/>
          <a:p>
            <a:fld id="{5D6495F3-B757-4FAF-98AA-EDA7D1485485}" type="datetimeFigureOut">
              <a:t>10/18/2026</a:t>
            </a:fld>
            <a:endParaRPr/>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idx="12"/>
          </p:nvPr>
        </p:nvSpPr>
        <p:spPr/>
        <p:txBody>
          <a:bodyPr/>
          <a:lstStyle/>
          <a:p>
            <a:fld id="{EE1939C1-24D7-49E9-A58A-7960365209F5}"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D6495F3-B757-4FAF-98AA-EDA7D1485485}" type="datetimeFigureOut">
              <a:t>10/18/2026</a:t>
            </a:fld>
            <a:endParaRPr/>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EE1939C1-24D7-49E9-A58A-7960365209F5}"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Lst>
          </p:cNvPr>
          <p:cNvSpPr>
            <a:spLocks noGrp="1"/>
          </p:cNvSpPr>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Picture 10">
            <a:extLst>
              <a:ext uri="{FF2B5EF4-FFF2-40B4-BE49-F238E27FC236}">
                <a16:creationId xmlns:a16="http://schemas.microsoft.com/office/drawing/2014/main" id="{D0BE13B0-22B3-4D39-B862-DF44B89E60BF}"/>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BA273F8-BD95-4A42-90AE-09B3035C11A9}"/>
              </a:ext>
            </a:extLst>
          </p:cNvPr>
          <p:cNvSpPr>
            <a:spLocks noGrp="1"/>
          </p:cNvSpPr>
          <p:nvPr>
            <p:ph type="ctrTitle"/>
          </p:nvPr>
        </p:nvSpPr>
        <p:spPr>
          <a:xfrm>
            <a:off x="3045368" y="2043663"/>
            <a:ext cx="6105194" cy="2031055"/>
          </a:xfrm>
        </p:spPr>
        <p:txBody>
          <a:bodyPr>
            <a:normAutofit/>
          </a:bodyPr>
          <a:lstStyle/>
          <a:p>
            <a:r>
              <a:rPr>
                <a:solidFill>
                  <a:srgbClr val="FFFFFF"/>
                </a:solidFill>
              </a:rPr>
              <a:t>DriverPass System Analysis</a:t>
            </a:r>
          </a:p>
        </p:txBody>
      </p:sp>
      <p:sp>
        <p:nvSpPr>
          <p:cNvPr id="3" name="Content Placeholder 2">
            <a:extLst>
              <a:ext uri="{FF2B5EF4-FFF2-40B4-BE49-F238E27FC236}">
                <a16:creationId xmlns:a16="http://schemas.microsoft.com/office/drawing/2014/main" id="{D24783B7-AA40-4175-A6D3-61BC158A81D3}"/>
              </a:ext>
            </a:extLst>
          </p:cNvPr>
          <p:cNvSpPr>
            <a:spLocks noGrp="1"/>
          </p:cNvSpPr>
          <p:nvPr>
            <p:ph type="subTitle" idx="1"/>
          </p:nvPr>
        </p:nvSpPr>
        <p:spPr>
          <a:xfrm>
            <a:off x="3045368" y="4074718"/>
            <a:ext cx="6105194" cy="682079"/>
          </a:xfrm>
        </p:spPr>
        <p:txBody>
          <a:bodyPr>
            <a:normAutofit fontScale="80741" lnSpcReduction="20000"/>
          </a:bodyPr>
          <a:lstStyle>
            <a:defPPr>
              <a:defRPr sz="2400">
                <a:solidFill>
                  <a:srgbClr val="FFFFFF"/>
                </a:solidFill>
              </a:defRPr>
            </a:defPPr>
            <a:lvl1pPr>
              <a:buNone/>
              <a:defRPr sz="2400">
                <a:solidFill>
                  <a:srgbClr val="FFFFFF"/>
                </a:solidFill>
              </a:defRPr>
            </a:lvl1pPr>
            <a:lvl2pPr>
              <a:buNone/>
              <a:defRPr sz="2400">
                <a:solidFill>
                  <a:srgbClr val="FFFFFF"/>
                </a:solidFill>
              </a:defRPr>
            </a:lvl2pPr>
            <a:lvl3pPr>
              <a:buNone/>
              <a:defRPr sz="2400">
                <a:solidFill>
                  <a:srgbClr val="FFFFFF"/>
                </a:solidFill>
              </a:defRPr>
            </a:lvl3pPr>
            <a:lvl4pPr>
              <a:buNone/>
              <a:defRPr sz="2400">
                <a:solidFill>
                  <a:srgbClr val="FFFFFF"/>
                </a:solidFill>
              </a:defRPr>
            </a:lvl4pPr>
            <a:lvl5pPr>
              <a:buNone/>
              <a:defRPr sz="2400">
                <a:solidFill>
                  <a:srgbClr val="FFFFFF"/>
                </a:solidFill>
              </a:defRPr>
            </a:lvl5pPr>
            <a:lvl6pPr>
              <a:buNone/>
              <a:defRPr sz="2400">
                <a:solidFill>
                  <a:srgbClr val="FFFFFF"/>
                </a:solidFill>
              </a:defRPr>
            </a:lvl6pPr>
            <a:lvl7pPr>
              <a:buNone/>
              <a:defRPr sz="2400">
                <a:solidFill>
                  <a:srgbClr val="FFFFFF"/>
                </a:solidFill>
              </a:defRPr>
            </a:lvl7pPr>
            <a:lvl8pPr>
              <a:buNone/>
              <a:defRPr sz="2400">
                <a:solidFill>
                  <a:srgbClr val="FFFFFF"/>
                </a:solidFill>
              </a:defRPr>
            </a:lvl8pPr>
            <a:lvl9pPr>
              <a:buNone/>
              <a:defRPr sz="2400">
                <a:solidFill>
                  <a:srgbClr val="FFFFFF"/>
                </a:solidFill>
              </a:defRPr>
            </a:lvl9pPr>
          </a:lstStyle>
          <a:p>
            <a:pPr>
              <a:buNone/>
              <a:defRPr sz="2400">
                <a:solidFill>
                  <a:srgbClr val="FFFFFF"/>
                </a:solidFill>
              </a:defRPr>
            </a:pPr>
            <a:r>
              <a:rPr sz="2400">
                <a:solidFill>
                  <a:srgbClr val="FFFFFF"/>
                </a:solidFill>
              </a:rPr>
              <a:t>CS 255 Project Two</a:t>
            </a:r>
            <a:endParaRPr>
              <a:solidFill>
                <a:srgbClr val="FFFFFF"/>
              </a:solidFill>
            </a:endParaRPr>
          </a:p>
          <a:p>
            <a:pPr>
              <a:buNone/>
              <a:defRPr sz="2400">
                <a:solidFill>
                  <a:srgbClr val="FFFFFF"/>
                </a:solidFill>
              </a:defRPr>
            </a:pPr>
            <a:r>
              <a:rPr sz="2400">
                <a:solidFill>
                  <a:srgbClr val="FFFFFF"/>
                </a:solidFill>
              </a:rPr>
              <a:t>Chayce Jones</a:t>
            </a:r>
            <a:endParaRPr>
              <a:solidFill>
                <a:srgbClr val="FFFFFF"/>
              </a:solidFill>
            </a:endParaRPr>
          </a:p>
        </p:txBody>
      </p:sp>
    </p:spTree>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Lst>
          </p:cNvPr>
          <p:cNvSpPr>
            <a:spLocks noGrp="1"/>
          </p:cNvSpPr>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B4F5FA0D-0104-4987-8241-EFF7C85B88DE}"/>
              </a:ext>
            </a:extLst>
          </p:cNvPr>
          <p:cNvSpPr>
            <a:spLocks noGrp="1"/>
          </p:cNvSpPr>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12">
            <a:extLst>
              <a:ext uri="{FF2B5EF4-FFF2-40B4-BE49-F238E27FC236}">
                <a16:creationId xmlns:a16="http://schemas.microsoft.com/office/drawing/2014/main" id="{26A02B82-9DE2-4856-89BE-DC566FF818DB}"/>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806829A-77FD-495C-AD54-459E3E1AE44F}"/>
              </a:ext>
            </a:extLst>
          </p:cNvPr>
          <p:cNvSpPr>
            <a:spLocks noGrp="1"/>
          </p:cNvSpPr>
          <p:nvPr>
            <p:ph type="title"/>
          </p:nvPr>
        </p:nvSpPr>
        <p:spPr>
          <a:xfrm>
            <a:off x="640079" y="2053641"/>
            <a:ext cx="3669161" cy="2760098"/>
          </a:xfrm>
        </p:spPr>
        <p:txBody>
          <a:bodyPr>
            <a:normAutofit/>
          </a:bodyPr>
          <a:lstStyle/>
          <a:p>
            <a:r>
              <a:rPr>
                <a:solidFill>
                  <a:schemeClr val="bg1"/>
                </a:solidFill>
              </a:rPr>
              <a:t>System Requirements</a:t>
            </a:r>
          </a:p>
        </p:txBody>
      </p:sp>
      <p:sp>
        <p:nvSpPr>
          <p:cNvPr id="3" name="Content Placeholder 2">
            <a:extLst>
              <a:ext uri="{FF2B5EF4-FFF2-40B4-BE49-F238E27FC236}">
                <a16:creationId xmlns:a16="http://schemas.microsoft.com/office/drawing/2014/main" id="{09BF5C46-CEFC-44C2-8A6C-E94787A67AE7}"/>
              </a:ext>
            </a:extLst>
          </p:cNvPr>
          <p:cNvSpPr>
            <a:spLocks noGrp="1"/>
          </p:cNvSpPr>
          <p:nvPr>
            <p:ph idx="1"/>
          </p:nvPr>
        </p:nvSpPr>
        <p:spPr>
          <a:xfrm>
            <a:off x="6143625" y="809625"/>
            <a:ext cx="5286375" cy="5286375"/>
          </a:xfrm>
        </p:spPr>
        <p:txBody>
          <a:bodyPr anchor="ctr">
            <a:normAutofit/>
          </a:bodyPr>
          <a:lstStyle>
            <a:defPPr>
              <a:defRPr sz="2325">
                <a:solidFill>
                  <a:srgbClr val="111111"/>
                </a:solidFill>
              </a:defRPr>
            </a:defPPr>
            <a:lvl1pPr>
              <a:buNone/>
              <a:defRPr sz="2325">
                <a:solidFill>
                  <a:srgbClr val="111111"/>
                </a:solidFill>
              </a:defRPr>
            </a:lvl1pPr>
            <a:lvl2pPr>
              <a:buNone/>
              <a:defRPr sz="2325">
                <a:solidFill>
                  <a:srgbClr val="111111"/>
                </a:solidFill>
              </a:defRPr>
            </a:lvl2pPr>
            <a:lvl3pPr>
              <a:buNone/>
              <a:defRPr sz="2325">
                <a:solidFill>
                  <a:srgbClr val="111111"/>
                </a:solidFill>
              </a:defRPr>
            </a:lvl3pPr>
            <a:lvl4pPr>
              <a:buNone/>
              <a:defRPr sz="2325">
                <a:solidFill>
                  <a:srgbClr val="111111"/>
                </a:solidFill>
              </a:defRPr>
            </a:lvl4pPr>
            <a:lvl5pPr>
              <a:buNone/>
              <a:defRPr sz="2325">
                <a:solidFill>
                  <a:srgbClr val="111111"/>
                </a:solidFill>
              </a:defRPr>
            </a:lvl5pPr>
            <a:lvl6pPr>
              <a:buNone/>
              <a:defRPr sz="2325">
                <a:solidFill>
                  <a:srgbClr val="111111"/>
                </a:solidFill>
              </a:defRPr>
            </a:lvl6pPr>
            <a:lvl7pPr>
              <a:buNone/>
              <a:defRPr sz="2325">
                <a:solidFill>
                  <a:srgbClr val="111111"/>
                </a:solidFill>
              </a:defRPr>
            </a:lvl7pPr>
            <a:lvl8pPr>
              <a:buNone/>
              <a:defRPr sz="2325">
                <a:solidFill>
                  <a:srgbClr val="111111"/>
                </a:solidFill>
              </a:defRPr>
            </a:lvl8pPr>
            <a:lvl9pPr>
              <a:buNone/>
              <a:defRPr sz="2325">
                <a:solidFill>
                  <a:srgbClr val="111111"/>
                </a:solidFill>
              </a:defRPr>
            </a:lvl9pPr>
          </a:lstStyle>
          <a:p>
            <a:pPr>
              <a:buNone/>
              <a:defRPr sz="2325">
                <a:solidFill>
                  <a:srgbClr val="111111"/>
                </a:solidFill>
              </a:defRPr>
            </a:pPr>
            <a:r>
              <a:rPr sz="2325">
                <a:solidFill>
                  <a:srgbClr val="111111"/>
                </a:solidFill>
              </a:rPr>
              <a:t>Book, change, or cancel two-hour driving lessons</a:t>
            </a:r>
            <a:endParaRPr sz="2400">
              <a:solidFill>
                <a:srgbClr val="000000"/>
              </a:solidFill>
            </a:endParaRPr>
          </a:p>
          <a:p>
            <a:pPr>
              <a:buNone/>
              <a:defRPr sz="2325">
                <a:solidFill>
                  <a:srgbClr val="111111"/>
                </a:solidFill>
              </a:defRPr>
            </a:pPr>
            <a:r>
              <a:rPr sz="2325">
                <a:solidFill>
                  <a:srgbClr val="111111"/>
                </a:solidFill>
              </a:rPr>
              <a:t>Offer online classes and practice tests with Package Three</a:t>
            </a:r>
            <a:endParaRPr sz="2400">
              <a:solidFill>
                <a:srgbClr val="000000"/>
              </a:solidFill>
            </a:endParaRPr>
          </a:p>
          <a:p>
            <a:pPr>
              <a:buNone/>
              <a:defRPr sz="2325">
                <a:solidFill>
                  <a:srgbClr val="111111"/>
                </a:solidFill>
              </a:defRPr>
            </a:pPr>
            <a:r>
              <a:rPr sz="2325">
                <a:solidFill>
                  <a:srgbClr val="111111"/>
                </a:solidFill>
              </a:rPr>
              <a:t>Work through a website on a phone or computer</a:t>
            </a:r>
            <a:endParaRPr sz="2400">
              <a:solidFill>
                <a:srgbClr val="000000"/>
              </a:solidFill>
            </a:endParaRPr>
          </a:p>
          <a:p>
            <a:pPr>
              <a:buNone/>
              <a:defRPr sz="2325">
                <a:solidFill>
                  <a:srgbClr val="111111"/>
                </a:solidFill>
              </a:defRPr>
            </a:pPr>
            <a:r>
              <a:rPr sz="2325">
                <a:solidFill>
                  <a:srgbClr val="111111"/>
                </a:solidFill>
              </a:rPr>
              <a:t>Keep customer records protected and backed up</a:t>
            </a:r>
            <a:endParaRPr sz="2400">
              <a:solidFill>
                <a:srgbClr val="000000"/>
              </a:solidFill>
            </a:endParaRPr>
          </a:p>
        </p:txBody>
      </p:sp>
    </p:spTree>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Lst>
          </p:cNvPr>
          <p:cNvSpPr>
            <a:spLocks noGrp="1"/>
          </p:cNvSpPr>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B4F5FA0D-0104-4987-8241-EFF7C85B88DE}"/>
              </a:ext>
            </a:extLst>
          </p:cNvPr>
          <p:cNvSpPr>
            <a:spLocks noGrp="1"/>
          </p:cNvSpPr>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12">
            <a:extLst>
              <a:ext uri="{FF2B5EF4-FFF2-40B4-BE49-F238E27FC236}">
                <a16:creationId xmlns:a16="http://schemas.microsoft.com/office/drawing/2014/main" id="{762CF7E1-92D0-4898-8275-EB389EAD3074}"/>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CEE6F4-2C59-4FA2-B117-9F0E55DFC808}"/>
              </a:ext>
            </a:extLst>
          </p:cNvPr>
          <p:cNvSpPr>
            <a:spLocks noGrp="1"/>
          </p:cNvSpPr>
          <p:nvPr>
            <p:ph type="title"/>
          </p:nvPr>
        </p:nvSpPr>
        <p:spPr>
          <a:xfrm>
            <a:off x="640079" y="2053641"/>
            <a:ext cx="3669161" cy="2760098"/>
          </a:xfrm>
        </p:spPr>
        <p:txBody>
          <a:bodyPr>
            <a:normAutofit/>
          </a:bodyPr>
          <a:lstStyle/>
          <a:p>
            <a:endParaRPr>
              <a:solidFill>
                <a:schemeClr val="bg1"/>
              </a:solidFill>
            </a:endParaRPr>
          </a:p>
        </p:txBody>
      </p:sp>
      <p:sp>
        <p:nvSpPr>
          <p:cNvPr id="3" name="Content Placeholder 2">
            <a:extLst>
              <a:ext uri="{FF2B5EF4-FFF2-40B4-BE49-F238E27FC236}">
                <a16:creationId xmlns:a16="http://schemas.microsoft.com/office/drawing/2014/main" id="{1EFE2D1B-28CD-4A3E-A3F4-57960B2892FD}"/>
              </a:ext>
            </a:extLst>
          </p:cNvPr>
          <p:cNvSpPr>
            <a:spLocks noGrp="1"/>
          </p:cNvSpPr>
          <p:nvPr>
            <p:ph idx="1"/>
          </p:nvPr>
        </p:nvSpPr>
        <p:spPr>
          <a:xfrm>
            <a:off x="6090574" y="801866"/>
            <a:ext cx="5306084" cy="5230634"/>
          </a:xfrm>
        </p:spPr>
        <p:txBody>
          <a:bodyPr anchor="ctr">
            <a:normAutofit/>
          </a:bodyPr>
          <a:lstStyle>
            <a:defPPr>
              <a:defRPr sz="2400">
                <a:solidFill>
                  <a:srgbClr val="111111"/>
                </a:solidFill>
              </a:defRPr>
            </a:defPPr>
            <a:lvl1pPr>
              <a:buNone/>
              <a:defRPr sz="2400">
                <a:solidFill>
                  <a:srgbClr val="111111"/>
                </a:solidFill>
              </a:defRPr>
            </a:lvl1pPr>
            <a:lvl2pPr>
              <a:buNone/>
              <a:defRPr sz="2400">
                <a:solidFill>
                  <a:srgbClr val="111111"/>
                </a:solidFill>
              </a:defRPr>
            </a:lvl2pPr>
            <a:lvl3pPr>
              <a:buNone/>
              <a:defRPr sz="2400">
                <a:solidFill>
                  <a:srgbClr val="111111"/>
                </a:solidFill>
              </a:defRPr>
            </a:lvl3pPr>
            <a:lvl4pPr>
              <a:buNone/>
              <a:defRPr sz="2400">
                <a:solidFill>
                  <a:srgbClr val="111111"/>
                </a:solidFill>
              </a:defRPr>
            </a:lvl4pPr>
            <a:lvl5pPr>
              <a:buNone/>
              <a:defRPr sz="2400">
                <a:solidFill>
                  <a:srgbClr val="111111"/>
                </a:solidFill>
              </a:defRPr>
            </a:lvl5pPr>
            <a:lvl6pPr>
              <a:buNone/>
              <a:defRPr sz="2400">
                <a:solidFill>
                  <a:srgbClr val="111111"/>
                </a:solidFill>
              </a:defRPr>
            </a:lvl6pPr>
            <a:lvl7pPr>
              <a:buNone/>
              <a:defRPr sz="2400">
                <a:solidFill>
                  <a:srgbClr val="111111"/>
                </a:solidFill>
              </a:defRPr>
            </a:lvl7pPr>
            <a:lvl8pPr>
              <a:buNone/>
              <a:defRPr sz="2400">
                <a:solidFill>
                  <a:srgbClr val="111111"/>
                </a:solidFill>
              </a:defRPr>
            </a:lvl8pPr>
            <a:lvl9pPr>
              <a:buNone/>
              <a:defRPr sz="2400">
                <a:solidFill>
                  <a:srgbClr val="111111"/>
                </a:solidFill>
              </a:defRPr>
            </a:lvl9pPr>
          </a:lstStyle>
          <a:p>
            <a:pPr marL="0" indent="0">
              <a:buNone/>
            </a:pPr>
            <a:endParaRPr sz="2400">
              <a:solidFill>
                <a:srgbClr val="000000"/>
              </a:solidFill>
            </a:endParaRPr>
          </a:p>
        </p:txBody>
      </p:sp>
      <p:sp>
        <p:nvSpPr>
          <p:cNvPr id="14" name="Rectangle 13">
            <a:extLst>
              <a:ext uri="{FF2B5EF4-FFF2-40B4-BE49-F238E27FC236}">
                <a16:creationId xmlns:a16="http://schemas.microsoft.com/office/drawing/2014/main" id="{20416284-502C-48E4-BF35-6762A627C83E}"/>
              </a:ext>
            </a:extLst>
          </p:cNvPr>
          <p:cNvSpPr>
            <a:spLocks noGrp="1"/>
          </p:cNvSpPr>
          <p:nvPr/>
        </p:nvSpPr>
        <p:spPr>
          <a:xfrm>
            <a:off x="238125" y="1000125"/>
            <a:ext cx="11715750" cy="5619750"/>
          </a:xfrm>
          <a:prstGeom prst="rect">
            <a:avLst/>
          </a:prstGeom>
          <a:solidFill>
            <a:srgbClr val="FFFFFF"/>
          </a:solidFill>
          <a:ln w="0">
            <a:noFill/>
          </a:ln>
        </p:spPr>
        <p:txBody>
          <a:bodyPr/>
          <a:lstStyle/>
          <a:p>
            <a:endParaRPr/>
          </a:p>
        </p:txBody>
      </p:sp>
      <p:sp>
        <p:nvSpPr>
          <p:cNvPr id="15" name="Freeform: Shape 14">
            <a:extLst>
              <a:ext uri="{FF2B5EF4-FFF2-40B4-BE49-F238E27FC236}">
                <a16:creationId xmlns:a16="http://schemas.microsoft.com/office/drawing/2014/main" id="{F073231A-6C3C-4C7D-855A-E1FE8249AFF2}"/>
              </a:ext>
            </a:extLst>
          </p:cNvPr>
          <p:cNvSpPr>
            <a:spLocks noGrp="1"/>
          </p:cNvSpPr>
          <p:nvPr/>
        </p:nvSpPr>
        <p:spPr>
          <a:xfrm>
            <a:off x="3628159" y="1560368"/>
            <a:ext cx="2714625" cy="444211"/>
          </a:xfrm>
          <a:custGeom>
            <a:avLst/>
            <a:gdLst/>
            <a:ahLst/>
            <a:cxnLst/>
            <a:rect l="0" t="0" r="0" b="0"/>
            <a:pathLst>
              <a:path w="5238750" h="857250">
                <a:moveTo>
                  <a:pt x="0" y="0"/>
                </a:moveTo>
                <a:lnTo>
                  <a:pt x="857250" y="0"/>
                </a:lnTo>
                <a:lnTo>
                  <a:pt x="857250" y="857250"/>
                </a:lnTo>
                <a:lnTo>
                  <a:pt x="4762500" y="857250"/>
                </a:lnTo>
                <a:lnTo>
                  <a:pt x="4762500" y="238125"/>
                </a:lnTo>
                <a:lnTo>
                  <a:pt x="5238750" y="238125"/>
                </a:lnTo>
              </a:path>
            </a:pathLst>
          </a:custGeom>
          <a:noFill/>
          <a:ln w="10478">
            <a:solidFill>
              <a:srgbClr val="202B35"/>
            </a:solidFill>
            <a:prstDash val="solid"/>
          </a:ln>
        </p:spPr>
        <p:txBody>
          <a:bodyPr/>
          <a:lstStyle/>
          <a:p>
            <a:endParaRPr/>
          </a:p>
        </p:txBody>
      </p:sp>
      <p:sp>
        <p:nvSpPr>
          <p:cNvPr id="16" name="Freeform: Shape 15">
            <a:extLst>
              <a:ext uri="{FF2B5EF4-FFF2-40B4-BE49-F238E27FC236}">
                <a16:creationId xmlns:a16="http://schemas.microsoft.com/office/drawing/2014/main" id="{B0D9089D-A069-4FB8-AE83-179D5BD9205E}"/>
              </a:ext>
            </a:extLst>
          </p:cNvPr>
          <p:cNvSpPr>
            <a:spLocks noGrp="1"/>
          </p:cNvSpPr>
          <p:nvPr/>
        </p:nvSpPr>
        <p:spPr>
          <a:xfrm>
            <a:off x="3628159" y="1659082"/>
            <a:ext cx="690995" cy="715674"/>
          </a:xfrm>
          <a:custGeom>
            <a:avLst/>
            <a:gdLst/>
            <a:ahLst/>
            <a:cxnLst/>
            <a:rect l="0" t="0" r="0" b="0"/>
            <a:pathLst>
              <a:path w="1333500" h="1381125">
                <a:moveTo>
                  <a:pt x="0" y="0"/>
                </a:moveTo>
                <a:lnTo>
                  <a:pt x="952500" y="0"/>
                </a:lnTo>
                <a:lnTo>
                  <a:pt x="952500" y="1238250"/>
                </a:lnTo>
                <a:lnTo>
                  <a:pt x="1333500" y="1381125"/>
                </a:lnTo>
              </a:path>
            </a:pathLst>
          </a:custGeom>
          <a:noFill/>
          <a:ln w="10478">
            <a:solidFill>
              <a:srgbClr val="202B35"/>
            </a:solidFill>
            <a:prstDash val="solid"/>
          </a:ln>
        </p:spPr>
        <p:txBody>
          <a:bodyPr/>
          <a:lstStyle/>
          <a:p>
            <a:endParaRPr/>
          </a:p>
        </p:txBody>
      </p:sp>
      <p:sp>
        <p:nvSpPr>
          <p:cNvPr id="17" name="Freeform: Shape 16">
            <a:extLst>
              <a:ext uri="{FF2B5EF4-FFF2-40B4-BE49-F238E27FC236}">
                <a16:creationId xmlns:a16="http://schemas.microsoft.com/office/drawing/2014/main" id="{FFEF77FB-379B-4A3A-8A09-CC41383C446C}"/>
              </a:ext>
            </a:extLst>
          </p:cNvPr>
          <p:cNvSpPr>
            <a:spLocks noGrp="1"/>
          </p:cNvSpPr>
          <p:nvPr/>
        </p:nvSpPr>
        <p:spPr>
          <a:xfrm>
            <a:off x="3628159" y="1757795"/>
            <a:ext cx="3454977" cy="937780"/>
          </a:xfrm>
          <a:custGeom>
            <a:avLst/>
            <a:gdLst/>
            <a:ahLst/>
            <a:cxnLst/>
            <a:rect l="0" t="0" r="0" b="0"/>
            <a:pathLst>
              <a:path w="6667500" h="1809750">
                <a:moveTo>
                  <a:pt x="0" y="0"/>
                </a:moveTo>
                <a:lnTo>
                  <a:pt x="809625" y="0"/>
                </a:lnTo>
                <a:lnTo>
                  <a:pt x="809625" y="1809750"/>
                </a:lnTo>
                <a:lnTo>
                  <a:pt x="6667500" y="1809750"/>
                </a:lnTo>
                <a:lnTo>
                  <a:pt x="6667500" y="1590675"/>
                </a:lnTo>
              </a:path>
            </a:pathLst>
          </a:custGeom>
          <a:noFill/>
          <a:ln w="10478">
            <a:solidFill>
              <a:srgbClr val="202B35"/>
            </a:solidFill>
            <a:prstDash val="solid"/>
          </a:ln>
        </p:spPr>
        <p:txBody>
          <a:bodyPr/>
          <a:lstStyle/>
          <a:p>
            <a:endParaRPr/>
          </a:p>
        </p:txBody>
      </p:sp>
      <p:sp>
        <p:nvSpPr>
          <p:cNvPr id="18" name="Freeform: Shape 17">
            <a:extLst>
              <a:ext uri="{FF2B5EF4-FFF2-40B4-BE49-F238E27FC236}">
                <a16:creationId xmlns:a16="http://schemas.microsoft.com/office/drawing/2014/main" id="{ED8DC151-5C93-4B4D-BB47-B30C94889D47}"/>
              </a:ext>
            </a:extLst>
          </p:cNvPr>
          <p:cNvSpPr>
            <a:spLocks noGrp="1"/>
          </p:cNvSpPr>
          <p:nvPr/>
        </p:nvSpPr>
        <p:spPr>
          <a:xfrm>
            <a:off x="3628159" y="1683760"/>
            <a:ext cx="690995" cy="962458"/>
          </a:xfrm>
          <a:custGeom>
            <a:avLst/>
            <a:gdLst/>
            <a:ahLst/>
            <a:cxnLst/>
            <a:rect l="0" t="0" r="0" b="0"/>
            <a:pathLst>
              <a:path w="1333500" h="1857375">
                <a:moveTo>
                  <a:pt x="0" y="1857375"/>
                </a:moveTo>
                <a:lnTo>
                  <a:pt x="1095375" y="1857375"/>
                </a:lnTo>
                <a:lnTo>
                  <a:pt x="1095375" y="0"/>
                </a:lnTo>
                <a:lnTo>
                  <a:pt x="1333500" y="0"/>
                </a:lnTo>
              </a:path>
            </a:pathLst>
          </a:custGeom>
          <a:noFill/>
          <a:ln w="10478">
            <a:solidFill>
              <a:srgbClr val="202B35"/>
            </a:solidFill>
            <a:prstDash val="solid"/>
          </a:ln>
        </p:spPr>
        <p:txBody>
          <a:bodyPr/>
          <a:lstStyle/>
          <a:p>
            <a:endParaRPr/>
          </a:p>
        </p:txBody>
      </p:sp>
      <p:sp>
        <p:nvSpPr>
          <p:cNvPr id="19" name="Freeform: Shape 18">
            <a:extLst>
              <a:ext uri="{FF2B5EF4-FFF2-40B4-BE49-F238E27FC236}">
                <a16:creationId xmlns:a16="http://schemas.microsoft.com/office/drawing/2014/main" id="{AB098103-1934-4D6E-B671-2A2451E02851}"/>
              </a:ext>
            </a:extLst>
          </p:cNvPr>
          <p:cNvSpPr>
            <a:spLocks noGrp="1"/>
          </p:cNvSpPr>
          <p:nvPr/>
        </p:nvSpPr>
        <p:spPr>
          <a:xfrm>
            <a:off x="3628159" y="2374756"/>
            <a:ext cx="690995" cy="345498"/>
          </a:xfrm>
          <a:custGeom>
            <a:avLst/>
            <a:gdLst/>
            <a:ahLst/>
            <a:cxnLst/>
            <a:rect l="0" t="0" r="0" b="0"/>
            <a:pathLst>
              <a:path w="1333500" h="666750">
                <a:moveTo>
                  <a:pt x="0" y="666750"/>
                </a:moveTo>
                <a:lnTo>
                  <a:pt x="1333500" y="0"/>
                </a:lnTo>
              </a:path>
            </a:pathLst>
          </a:custGeom>
          <a:noFill/>
          <a:ln w="10478">
            <a:solidFill>
              <a:srgbClr val="202B35"/>
            </a:solidFill>
            <a:prstDash val="solid"/>
          </a:ln>
        </p:spPr>
        <p:txBody>
          <a:bodyPr/>
          <a:lstStyle/>
          <a:p>
            <a:endParaRPr/>
          </a:p>
        </p:txBody>
      </p:sp>
      <p:sp>
        <p:nvSpPr>
          <p:cNvPr id="20" name="Freeform: Shape 19">
            <a:extLst>
              <a:ext uri="{FF2B5EF4-FFF2-40B4-BE49-F238E27FC236}">
                <a16:creationId xmlns:a16="http://schemas.microsoft.com/office/drawing/2014/main" id="{1AD9A185-D0B6-4A30-9776-6B8BA4B188B5}"/>
              </a:ext>
            </a:extLst>
          </p:cNvPr>
          <p:cNvSpPr>
            <a:spLocks noGrp="1"/>
          </p:cNvSpPr>
          <p:nvPr/>
        </p:nvSpPr>
        <p:spPr>
          <a:xfrm>
            <a:off x="3628159" y="2582054"/>
            <a:ext cx="3454977" cy="212234"/>
          </a:xfrm>
          <a:custGeom>
            <a:avLst/>
            <a:gdLst/>
            <a:ahLst/>
            <a:cxnLst/>
            <a:rect l="0" t="0" r="0" b="0"/>
            <a:pathLst>
              <a:path w="6667500" h="409575">
                <a:moveTo>
                  <a:pt x="0" y="409575"/>
                </a:moveTo>
                <a:lnTo>
                  <a:pt x="1143000" y="409575"/>
                </a:lnTo>
                <a:lnTo>
                  <a:pt x="6667500" y="409575"/>
                </a:lnTo>
                <a:lnTo>
                  <a:pt x="6667500" y="0"/>
                </a:lnTo>
              </a:path>
            </a:pathLst>
          </a:custGeom>
          <a:noFill/>
          <a:ln w="10478">
            <a:solidFill>
              <a:srgbClr val="202B35"/>
            </a:solidFill>
            <a:prstDash val="solid"/>
          </a:ln>
        </p:spPr>
        <p:txBody>
          <a:bodyPr/>
          <a:lstStyle/>
          <a:p>
            <a:endParaRPr/>
          </a:p>
        </p:txBody>
      </p:sp>
      <p:sp>
        <p:nvSpPr>
          <p:cNvPr id="21" name="Freeform: Shape 20">
            <a:extLst>
              <a:ext uri="{FF2B5EF4-FFF2-40B4-BE49-F238E27FC236}">
                <a16:creationId xmlns:a16="http://schemas.microsoft.com/office/drawing/2014/main" id="{0B483CB7-94D1-4A7B-A70A-D313D7C62C61}"/>
              </a:ext>
            </a:extLst>
          </p:cNvPr>
          <p:cNvSpPr>
            <a:spLocks noGrp="1"/>
          </p:cNvSpPr>
          <p:nvPr/>
        </p:nvSpPr>
        <p:spPr>
          <a:xfrm>
            <a:off x="3628159" y="2868324"/>
            <a:ext cx="690995" cy="197427"/>
          </a:xfrm>
          <a:custGeom>
            <a:avLst/>
            <a:gdLst/>
            <a:ahLst/>
            <a:cxnLst/>
            <a:rect l="0" t="0" r="0" b="0"/>
            <a:pathLst>
              <a:path w="1333500" h="381000">
                <a:moveTo>
                  <a:pt x="0" y="0"/>
                </a:moveTo>
                <a:lnTo>
                  <a:pt x="1333500" y="381000"/>
                </a:lnTo>
              </a:path>
            </a:pathLst>
          </a:custGeom>
          <a:noFill/>
          <a:ln w="10478">
            <a:solidFill>
              <a:srgbClr val="202B35"/>
            </a:solidFill>
            <a:prstDash val="solid"/>
          </a:ln>
        </p:spPr>
        <p:txBody>
          <a:bodyPr/>
          <a:lstStyle/>
          <a:p>
            <a:endParaRPr/>
          </a:p>
        </p:txBody>
      </p:sp>
      <p:sp>
        <p:nvSpPr>
          <p:cNvPr id="22" name="Freeform: Shape 21">
            <a:extLst>
              <a:ext uri="{FF2B5EF4-FFF2-40B4-BE49-F238E27FC236}">
                <a16:creationId xmlns:a16="http://schemas.microsoft.com/office/drawing/2014/main" id="{AA39DF19-293D-4D8D-AE3C-C862BD417353}"/>
              </a:ext>
            </a:extLst>
          </p:cNvPr>
          <p:cNvSpPr>
            <a:spLocks noGrp="1"/>
          </p:cNvSpPr>
          <p:nvPr/>
        </p:nvSpPr>
        <p:spPr>
          <a:xfrm>
            <a:off x="3628159" y="2942359"/>
            <a:ext cx="3454977" cy="468890"/>
          </a:xfrm>
          <a:custGeom>
            <a:avLst/>
            <a:gdLst/>
            <a:ahLst/>
            <a:cxnLst/>
            <a:rect l="0" t="0" r="0" b="0"/>
            <a:pathLst>
              <a:path w="6667500" h="904875">
                <a:moveTo>
                  <a:pt x="0" y="0"/>
                </a:moveTo>
                <a:lnTo>
                  <a:pt x="1047750" y="0"/>
                </a:lnTo>
                <a:lnTo>
                  <a:pt x="1047750" y="904875"/>
                </a:lnTo>
                <a:lnTo>
                  <a:pt x="6667500" y="904875"/>
                </a:lnTo>
                <a:lnTo>
                  <a:pt x="6667500" y="638175"/>
                </a:lnTo>
              </a:path>
            </a:pathLst>
          </a:custGeom>
          <a:noFill/>
          <a:ln w="10478">
            <a:solidFill>
              <a:srgbClr val="202B35"/>
            </a:solidFill>
            <a:prstDash val="solid"/>
          </a:ln>
        </p:spPr>
        <p:txBody>
          <a:bodyPr/>
          <a:lstStyle/>
          <a:p>
            <a:endParaRPr/>
          </a:p>
        </p:txBody>
      </p:sp>
      <p:sp>
        <p:nvSpPr>
          <p:cNvPr id="23" name="Freeform: Shape 22">
            <a:extLst>
              <a:ext uri="{FF2B5EF4-FFF2-40B4-BE49-F238E27FC236}">
                <a16:creationId xmlns:a16="http://schemas.microsoft.com/office/drawing/2014/main" id="{55EAD442-4A72-455E-9E23-9FF887DCC39D}"/>
              </a:ext>
            </a:extLst>
          </p:cNvPr>
          <p:cNvSpPr>
            <a:spLocks noGrp="1"/>
          </p:cNvSpPr>
          <p:nvPr/>
        </p:nvSpPr>
        <p:spPr>
          <a:xfrm>
            <a:off x="3628159" y="3016394"/>
            <a:ext cx="690995" cy="740352"/>
          </a:xfrm>
          <a:custGeom>
            <a:avLst/>
            <a:gdLst/>
            <a:ahLst/>
            <a:cxnLst/>
            <a:rect l="0" t="0" r="0" b="0"/>
            <a:pathLst>
              <a:path w="1333500" h="1428750">
                <a:moveTo>
                  <a:pt x="0" y="0"/>
                </a:moveTo>
                <a:lnTo>
                  <a:pt x="1000125" y="0"/>
                </a:lnTo>
                <a:lnTo>
                  <a:pt x="1000125" y="1428750"/>
                </a:lnTo>
                <a:lnTo>
                  <a:pt x="1333500" y="1428750"/>
                </a:lnTo>
              </a:path>
            </a:pathLst>
          </a:custGeom>
          <a:noFill/>
          <a:ln w="10478">
            <a:solidFill>
              <a:srgbClr val="202B35"/>
            </a:solidFill>
            <a:prstDash val="solid"/>
          </a:ln>
        </p:spPr>
        <p:txBody>
          <a:bodyPr/>
          <a:lstStyle/>
          <a:p>
            <a:endParaRPr/>
          </a:p>
        </p:txBody>
      </p:sp>
      <p:sp>
        <p:nvSpPr>
          <p:cNvPr id="24" name="Freeform: Shape 23">
            <a:extLst>
              <a:ext uri="{FF2B5EF4-FFF2-40B4-BE49-F238E27FC236}">
                <a16:creationId xmlns:a16="http://schemas.microsoft.com/office/drawing/2014/main" id="{E2BC7F28-8815-404E-92F3-F0C603B44615}"/>
              </a:ext>
            </a:extLst>
          </p:cNvPr>
          <p:cNvSpPr>
            <a:spLocks noGrp="1"/>
          </p:cNvSpPr>
          <p:nvPr/>
        </p:nvSpPr>
        <p:spPr>
          <a:xfrm>
            <a:off x="3628159" y="4447742"/>
            <a:ext cx="690995" cy="123392"/>
          </a:xfrm>
          <a:custGeom>
            <a:avLst/>
            <a:gdLst/>
            <a:ahLst/>
            <a:cxnLst/>
            <a:rect l="0" t="0" r="0" b="0"/>
            <a:pathLst>
              <a:path w="1333500" h="238125">
                <a:moveTo>
                  <a:pt x="0" y="238125"/>
                </a:moveTo>
                <a:lnTo>
                  <a:pt x="1333500" y="0"/>
                </a:lnTo>
              </a:path>
            </a:pathLst>
          </a:custGeom>
          <a:noFill/>
          <a:ln w="10478">
            <a:solidFill>
              <a:srgbClr val="202B35"/>
            </a:solidFill>
            <a:prstDash val="solid"/>
          </a:ln>
        </p:spPr>
        <p:txBody>
          <a:bodyPr/>
          <a:lstStyle/>
          <a:p>
            <a:endParaRPr/>
          </a:p>
        </p:txBody>
      </p:sp>
      <p:sp>
        <p:nvSpPr>
          <p:cNvPr id="25" name="Freeform: Shape 24">
            <a:extLst>
              <a:ext uri="{FF2B5EF4-FFF2-40B4-BE49-F238E27FC236}">
                <a16:creationId xmlns:a16="http://schemas.microsoft.com/office/drawing/2014/main" id="{B45837E7-3075-4162-A807-CB6AC7F4A218}"/>
              </a:ext>
            </a:extLst>
          </p:cNvPr>
          <p:cNvSpPr>
            <a:spLocks noGrp="1"/>
          </p:cNvSpPr>
          <p:nvPr/>
        </p:nvSpPr>
        <p:spPr>
          <a:xfrm>
            <a:off x="3628159" y="4655041"/>
            <a:ext cx="3454977" cy="138199"/>
          </a:xfrm>
          <a:custGeom>
            <a:avLst/>
            <a:gdLst/>
            <a:ahLst/>
            <a:cxnLst/>
            <a:rect l="0" t="0" r="0" b="0"/>
            <a:pathLst>
              <a:path w="6667500" h="266700">
                <a:moveTo>
                  <a:pt x="0" y="76200"/>
                </a:moveTo>
                <a:lnTo>
                  <a:pt x="952500" y="76200"/>
                </a:lnTo>
                <a:lnTo>
                  <a:pt x="952500" y="266700"/>
                </a:lnTo>
                <a:lnTo>
                  <a:pt x="6667500" y="266700"/>
                </a:lnTo>
                <a:lnTo>
                  <a:pt x="6667500" y="0"/>
                </a:lnTo>
              </a:path>
            </a:pathLst>
          </a:custGeom>
          <a:noFill/>
          <a:ln w="10478">
            <a:solidFill>
              <a:srgbClr val="202B35"/>
            </a:solidFill>
            <a:prstDash val="solid"/>
          </a:ln>
        </p:spPr>
        <p:txBody>
          <a:bodyPr/>
          <a:lstStyle/>
          <a:p>
            <a:endParaRPr/>
          </a:p>
        </p:txBody>
      </p:sp>
      <p:sp>
        <p:nvSpPr>
          <p:cNvPr id="26" name="Freeform: Shape 25">
            <a:extLst>
              <a:ext uri="{FF2B5EF4-FFF2-40B4-BE49-F238E27FC236}">
                <a16:creationId xmlns:a16="http://schemas.microsoft.com/office/drawing/2014/main" id="{C761E137-669B-4BED-8423-B63E1280C857}"/>
              </a:ext>
            </a:extLst>
          </p:cNvPr>
          <p:cNvSpPr>
            <a:spLocks noGrp="1"/>
          </p:cNvSpPr>
          <p:nvPr/>
        </p:nvSpPr>
        <p:spPr>
          <a:xfrm>
            <a:off x="3628159" y="5138738"/>
            <a:ext cx="690995" cy="370176"/>
          </a:xfrm>
          <a:custGeom>
            <a:avLst/>
            <a:gdLst/>
            <a:ahLst/>
            <a:cxnLst/>
            <a:rect l="0" t="0" r="0" b="0"/>
            <a:pathLst>
              <a:path w="1333500" h="714375">
                <a:moveTo>
                  <a:pt x="0" y="714375"/>
                </a:moveTo>
                <a:lnTo>
                  <a:pt x="952500" y="714375"/>
                </a:lnTo>
                <a:lnTo>
                  <a:pt x="1333500" y="0"/>
                </a:lnTo>
              </a:path>
            </a:pathLst>
          </a:custGeom>
          <a:noFill/>
          <a:ln w="10478">
            <a:solidFill>
              <a:srgbClr val="202B35"/>
            </a:solidFill>
            <a:prstDash val="solid"/>
          </a:ln>
        </p:spPr>
        <p:txBody>
          <a:bodyPr/>
          <a:lstStyle/>
          <a:p>
            <a:endParaRPr/>
          </a:p>
        </p:txBody>
      </p:sp>
      <p:sp>
        <p:nvSpPr>
          <p:cNvPr id="27" name="Freeform: Shape 26">
            <a:extLst>
              <a:ext uri="{FF2B5EF4-FFF2-40B4-BE49-F238E27FC236}">
                <a16:creationId xmlns:a16="http://schemas.microsoft.com/office/drawing/2014/main" id="{76102B9C-9373-42A7-BB22-0527F7B9D08F}"/>
              </a:ext>
            </a:extLst>
          </p:cNvPr>
          <p:cNvSpPr>
            <a:spLocks noGrp="1"/>
          </p:cNvSpPr>
          <p:nvPr/>
        </p:nvSpPr>
        <p:spPr>
          <a:xfrm>
            <a:off x="7823489" y="3756747"/>
            <a:ext cx="740352" cy="74035"/>
          </a:xfrm>
          <a:custGeom>
            <a:avLst/>
            <a:gdLst/>
            <a:ahLst/>
            <a:cxnLst/>
            <a:rect l="0" t="0" r="0" b="0"/>
            <a:pathLst>
              <a:path w="1428750" h="142875">
                <a:moveTo>
                  <a:pt x="1428750" y="142875"/>
                </a:moveTo>
                <a:lnTo>
                  <a:pt x="0" y="0"/>
                </a:lnTo>
              </a:path>
            </a:pathLst>
          </a:custGeom>
          <a:noFill/>
          <a:ln w="10478">
            <a:solidFill>
              <a:srgbClr val="202B35"/>
            </a:solidFill>
            <a:prstDash val="solid"/>
          </a:ln>
        </p:spPr>
        <p:txBody>
          <a:bodyPr/>
          <a:lstStyle/>
          <a:p>
            <a:endParaRPr/>
          </a:p>
        </p:txBody>
      </p:sp>
      <p:sp>
        <p:nvSpPr>
          <p:cNvPr id="28" name="Freeform: Shape 27">
            <a:extLst>
              <a:ext uri="{FF2B5EF4-FFF2-40B4-BE49-F238E27FC236}">
                <a16:creationId xmlns:a16="http://schemas.microsoft.com/office/drawing/2014/main" id="{07CCC49F-A2E4-44BB-A351-6D6D48858231}"/>
              </a:ext>
            </a:extLst>
          </p:cNvPr>
          <p:cNvSpPr>
            <a:spLocks noGrp="1"/>
          </p:cNvSpPr>
          <p:nvPr/>
        </p:nvSpPr>
        <p:spPr>
          <a:xfrm>
            <a:off x="7823489" y="5138738"/>
            <a:ext cx="740352" cy="74035"/>
          </a:xfrm>
          <a:custGeom>
            <a:avLst/>
            <a:gdLst/>
            <a:ahLst/>
            <a:cxnLst/>
            <a:rect l="0" t="0" r="0" b="0"/>
            <a:pathLst>
              <a:path w="1428750" h="142875">
                <a:moveTo>
                  <a:pt x="1428750" y="142875"/>
                </a:moveTo>
                <a:lnTo>
                  <a:pt x="0" y="0"/>
                </a:lnTo>
              </a:path>
            </a:pathLst>
          </a:custGeom>
          <a:noFill/>
          <a:ln w="10478">
            <a:solidFill>
              <a:srgbClr val="202B35"/>
            </a:solidFill>
            <a:prstDash val="solid"/>
          </a:ln>
        </p:spPr>
        <p:txBody>
          <a:bodyPr/>
          <a:lstStyle/>
          <a:p>
            <a:endParaRPr/>
          </a:p>
        </p:txBody>
      </p:sp>
      <p:sp>
        <p:nvSpPr>
          <p:cNvPr id="29" name="Freeform: Shape 28">
            <a:extLst>
              <a:ext uri="{FF2B5EF4-FFF2-40B4-BE49-F238E27FC236}">
                <a16:creationId xmlns:a16="http://schemas.microsoft.com/office/drawing/2014/main" id="{FED8F80E-C11E-4CEC-BDC1-01F2279CB459}"/>
              </a:ext>
            </a:extLst>
          </p:cNvPr>
          <p:cNvSpPr>
            <a:spLocks noGrp="1"/>
          </p:cNvSpPr>
          <p:nvPr/>
        </p:nvSpPr>
        <p:spPr>
          <a:xfrm>
            <a:off x="7823489" y="1659082"/>
            <a:ext cx="740352" cy="24678"/>
          </a:xfrm>
          <a:custGeom>
            <a:avLst/>
            <a:gdLst/>
            <a:ahLst/>
            <a:cxnLst/>
            <a:rect l="0" t="0" r="0" b="0"/>
            <a:pathLst>
              <a:path w="1428750" h="47625">
                <a:moveTo>
                  <a:pt x="1428750" y="0"/>
                </a:moveTo>
                <a:lnTo>
                  <a:pt x="0" y="47625"/>
                </a:lnTo>
              </a:path>
            </a:pathLst>
          </a:custGeom>
          <a:noFill/>
          <a:ln w="10478">
            <a:solidFill>
              <a:srgbClr val="202B35"/>
            </a:solidFill>
            <a:prstDash val="solid"/>
          </a:ln>
        </p:spPr>
        <p:txBody>
          <a:bodyPr/>
          <a:lstStyle/>
          <a:p>
            <a:endParaRPr/>
          </a:p>
        </p:txBody>
      </p:sp>
      <p:sp>
        <p:nvSpPr>
          <p:cNvPr id="30" name="Rectangle 29">
            <a:extLst>
              <a:ext uri="{FF2B5EF4-FFF2-40B4-BE49-F238E27FC236}">
                <a16:creationId xmlns:a16="http://schemas.microsoft.com/office/drawing/2014/main" id="{A0104B24-B177-4819-A5CE-00B9CD1FC541}"/>
              </a:ext>
            </a:extLst>
          </p:cNvPr>
          <p:cNvSpPr>
            <a:spLocks noGrp="1"/>
          </p:cNvSpPr>
          <p:nvPr/>
        </p:nvSpPr>
        <p:spPr>
          <a:xfrm>
            <a:off x="3973657" y="1288906"/>
            <a:ext cx="4244686" cy="4960360"/>
          </a:xfrm>
          <a:prstGeom prst="rect">
            <a:avLst/>
          </a:prstGeom>
          <a:noFill/>
          <a:ln w="11430">
            <a:solidFill>
              <a:srgbClr val="202B35"/>
            </a:solidFill>
          </a:ln>
        </p:spPr>
        <p:txBody>
          <a:bodyPr/>
          <a:lstStyle/>
          <a:p>
            <a:endParaRPr/>
          </a:p>
        </p:txBody>
      </p:sp>
      <p:sp>
        <p:nvSpPr>
          <p:cNvPr id="31" name="Oval 30">
            <a:extLst>
              <a:ext uri="{FF2B5EF4-FFF2-40B4-BE49-F238E27FC236}">
                <a16:creationId xmlns:a16="http://schemas.microsoft.com/office/drawing/2014/main" id="{95BB61FA-DF83-4576-B422-36EAA165E1E3}"/>
              </a:ext>
            </a:extLst>
          </p:cNvPr>
          <p:cNvSpPr>
            <a:spLocks noGrp="1"/>
          </p:cNvSpPr>
          <p:nvPr/>
        </p:nvSpPr>
        <p:spPr>
          <a:xfrm>
            <a:off x="4319155" y="1476462"/>
            <a:ext cx="1480705" cy="414597"/>
          </a:xfrm>
          <a:prstGeom prst="ellipse">
            <a:avLst/>
          </a:prstGeom>
          <a:solidFill>
            <a:srgbClr val="F4F7F9"/>
          </a:solidFill>
          <a:ln w="11430">
            <a:solidFill>
              <a:srgbClr val="202B35"/>
            </a:solidFill>
          </a:ln>
        </p:spPr>
        <p:txBody>
          <a:bodyPr/>
          <a:lstStyle/>
          <a:p>
            <a:endParaRPr/>
          </a:p>
        </p:txBody>
      </p:sp>
      <p:sp>
        <p:nvSpPr>
          <p:cNvPr id="32" name="Rectangle 31">
            <a:extLst>
              <a:ext uri="{FF2B5EF4-FFF2-40B4-BE49-F238E27FC236}">
                <a16:creationId xmlns:a16="http://schemas.microsoft.com/office/drawing/2014/main" id="{B87D786D-C98B-438B-AF6C-EC748B3F0CF6}"/>
              </a:ext>
            </a:extLst>
          </p:cNvPr>
          <p:cNvSpPr>
            <a:spLocks noGrp="1"/>
          </p:cNvSpPr>
          <p:nvPr/>
        </p:nvSpPr>
        <p:spPr>
          <a:xfrm>
            <a:off x="4333962" y="1491269"/>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Sign in and reset</a:t>
            </a:r>
          </a:p>
          <a:p>
            <a:pPr algn="ctr">
              <a:buNone/>
              <a:defRPr sz="894" b="0">
                <a:solidFill>
                  <a:srgbClr val="111111"/>
                </a:solidFill>
              </a:defRPr>
            </a:pPr>
            <a:r>
              <a:rPr sz="894" b="0">
                <a:solidFill>
                  <a:srgbClr val="111111"/>
                </a:solidFill>
              </a:rPr>
              <a:t>password</a:t>
            </a:r>
          </a:p>
        </p:txBody>
      </p:sp>
      <p:sp>
        <p:nvSpPr>
          <p:cNvPr id="33" name="Oval 32">
            <a:extLst>
              <a:ext uri="{FF2B5EF4-FFF2-40B4-BE49-F238E27FC236}">
                <a16:creationId xmlns:a16="http://schemas.microsoft.com/office/drawing/2014/main" id="{6E346688-C2AF-4D7F-BACF-EA7253C0C5A6}"/>
              </a:ext>
            </a:extLst>
          </p:cNvPr>
          <p:cNvSpPr>
            <a:spLocks noGrp="1"/>
          </p:cNvSpPr>
          <p:nvPr/>
        </p:nvSpPr>
        <p:spPr>
          <a:xfrm>
            <a:off x="6342784" y="1476462"/>
            <a:ext cx="1480705" cy="414597"/>
          </a:xfrm>
          <a:prstGeom prst="ellipse">
            <a:avLst/>
          </a:prstGeom>
          <a:solidFill>
            <a:srgbClr val="F4F7F9"/>
          </a:solidFill>
          <a:ln w="11430">
            <a:solidFill>
              <a:srgbClr val="202B35"/>
            </a:solidFill>
          </a:ln>
        </p:spPr>
        <p:txBody>
          <a:bodyPr/>
          <a:lstStyle/>
          <a:p>
            <a:endParaRPr/>
          </a:p>
        </p:txBody>
      </p:sp>
      <p:sp>
        <p:nvSpPr>
          <p:cNvPr id="34" name="Rectangle 33">
            <a:extLst>
              <a:ext uri="{FF2B5EF4-FFF2-40B4-BE49-F238E27FC236}">
                <a16:creationId xmlns:a16="http://schemas.microsoft.com/office/drawing/2014/main" id="{40DCAA42-E552-4064-907F-9107BDD84EF8}"/>
              </a:ext>
            </a:extLst>
          </p:cNvPr>
          <p:cNvSpPr>
            <a:spLocks noGrp="1"/>
          </p:cNvSpPr>
          <p:nvPr/>
        </p:nvSpPr>
        <p:spPr>
          <a:xfrm>
            <a:off x="6357591" y="1491269"/>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Register customer</a:t>
            </a:r>
          </a:p>
          <a:p>
            <a:pPr algn="ctr">
              <a:buNone/>
              <a:defRPr sz="894" b="0">
                <a:solidFill>
                  <a:srgbClr val="111111"/>
                </a:solidFill>
              </a:defRPr>
            </a:pPr>
            <a:r>
              <a:rPr sz="894" b="0">
                <a:solidFill>
                  <a:srgbClr val="111111"/>
                </a:solidFill>
              </a:rPr>
              <a:t>and purchase package</a:t>
            </a:r>
          </a:p>
        </p:txBody>
      </p:sp>
      <p:sp>
        <p:nvSpPr>
          <p:cNvPr id="35" name="Oval 34">
            <a:extLst>
              <a:ext uri="{FF2B5EF4-FFF2-40B4-BE49-F238E27FC236}">
                <a16:creationId xmlns:a16="http://schemas.microsoft.com/office/drawing/2014/main" id="{3D3E57E4-C264-44A9-A5B0-9E2D5EF2A601}"/>
              </a:ext>
            </a:extLst>
          </p:cNvPr>
          <p:cNvSpPr>
            <a:spLocks noGrp="1"/>
          </p:cNvSpPr>
          <p:nvPr/>
        </p:nvSpPr>
        <p:spPr>
          <a:xfrm>
            <a:off x="4319155" y="2167457"/>
            <a:ext cx="1480705" cy="414597"/>
          </a:xfrm>
          <a:prstGeom prst="ellipse">
            <a:avLst/>
          </a:prstGeom>
          <a:solidFill>
            <a:srgbClr val="F4F7F9"/>
          </a:solidFill>
          <a:ln w="11430">
            <a:solidFill>
              <a:srgbClr val="202B35"/>
            </a:solidFill>
          </a:ln>
        </p:spPr>
        <p:txBody>
          <a:bodyPr/>
          <a:lstStyle/>
          <a:p>
            <a:endParaRPr/>
          </a:p>
        </p:txBody>
      </p:sp>
      <p:sp>
        <p:nvSpPr>
          <p:cNvPr id="36" name="Rectangle 35">
            <a:extLst>
              <a:ext uri="{FF2B5EF4-FFF2-40B4-BE49-F238E27FC236}">
                <a16:creationId xmlns:a16="http://schemas.microsoft.com/office/drawing/2014/main" id="{C6803DBB-875E-4821-B0E1-9216CB09F1DE}"/>
              </a:ext>
            </a:extLst>
          </p:cNvPr>
          <p:cNvSpPr>
            <a:spLocks noGrp="1"/>
          </p:cNvSpPr>
          <p:nvPr/>
        </p:nvSpPr>
        <p:spPr>
          <a:xfrm>
            <a:off x="4333962" y="2182264"/>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Reserve a</a:t>
            </a:r>
          </a:p>
          <a:p>
            <a:pPr algn="ctr">
              <a:buNone/>
              <a:defRPr sz="894" b="0">
                <a:solidFill>
                  <a:srgbClr val="111111"/>
                </a:solidFill>
              </a:defRPr>
            </a:pPr>
            <a:r>
              <a:rPr sz="894" b="0">
                <a:solidFill>
                  <a:srgbClr val="111111"/>
                </a:solidFill>
              </a:rPr>
              <a:t>driving lesson</a:t>
            </a:r>
          </a:p>
        </p:txBody>
      </p:sp>
      <p:sp>
        <p:nvSpPr>
          <p:cNvPr id="37" name="Oval 36">
            <a:extLst>
              <a:ext uri="{FF2B5EF4-FFF2-40B4-BE49-F238E27FC236}">
                <a16:creationId xmlns:a16="http://schemas.microsoft.com/office/drawing/2014/main" id="{D0ECF87F-C09F-4712-86BB-67BE638C45F1}"/>
              </a:ext>
            </a:extLst>
          </p:cNvPr>
          <p:cNvSpPr>
            <a:spLocks noGrp="1"/>
          </p:cNvSpPr>
          <p:nvPr/>
        </p:nvSpPr>
        <p:spPr>
          <a:xfrm>
            <a:off x="6342784" y="2167457"/>
            <a:ext cx="1480705" cy="414597"/>
          </a:xfrm>
          <a:prstGeom prst="ellipse">
            <a:avLst/>
          </a:prstGeom>
          <a:solidFill>
            <a:srgbClr val="F4F7F9"/>
          </a:solidFill>
          <a:ln w="11430">
            <a:solidFill>
              <a:srgbClr val="202B35"/>
            </a:solidFill>
          </a:ln>
        </p:spPr>
        <p:txBody>
          <a:bodyPr/>
          <a:lstStyle/>
          <a:p>
            <a:endParaRPr/>
          </a:p>
        </p:txBody>
      </p:sp>
      <p:sp>
        <p:nvSpPr>
          <p:cNvPr id="38" name="Rectangle 37">
            <a:extLst>
              <a:ext uri="{FF2B5EF4-FFF2-40B4-BE49-F238E27FC236}">
                <a16:creationId xmlns:a16="http://schemas.microsoft.com/office/drawing/2014/main" id="{D89FFF14-0E8A-466D-AE65-0EABAC7E163C}"/>
              </a:ext>
            </a:extLst>
          </p:cNvPr>
          <p:cNvSpPr>
            <a:spLocks noGrp="1"/>
          </p:cNvSpPr>
          <p:nvPr/>
        </p:nvSpPr>
        <p:spPr>
          <a:xfrm>
            <a:off x="6357591" y="2182264"/>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Modify or cancel</a:t>
            </a:r>
          </a:p>
          <a:p>
            <a:pPr algn="ctr">
              <a:buNone/>
              <a:defRPr sz="894" b="0">
                <a:solidFill>
                  <a:srgbClr val="111111"/>
                </a:solidFill>
              </a:defRPr>
            </a:pPr>
            <a:r>
              <a:rPr sz="894" b="0">
                <a:solidFill>
                  <a:srgbClr val="111111"/>
                </a:solidFill>
              </a:rPr>
              <a:t>a reservation</a:t>
            </a:r>
          </a:p>
        </p:txBody>
      </p:sp>
      <p:sp>
        <p:nvSpPr>
          <p:cNvPr id="39" name="Oval 38">
            <a:extLst>
              <a:ext uri="{FF2B5EF4-FFF2-40B4-BE49-F238E27FC236}">
                <a16:creationId xmlns:a16="http://schemas.microsoft.com/office/drawing/2014/main" id="{B511ED08-C6FC-4CEA-95DB-9769E6DF25CB}"/>
              </a:ext>
            </a:extLst>
          </p:cNvPr>
          <p:cNvSpPr>
            <a:spLocks noGrp="1"/>
          </p:cNvSpPr>
          <p:nvPr/>
        </p:nvSpPr>
        <p:spPr>
          <a:xfrm>
            <a:off x="4319155" y="2858453"/>
            <a:ext cx="1480705" cy="414597"/>
          </a:xfrm>
          <a:prstGeom prst="ellipse">
            <a:avLst/>
          </a:prstGeom>
          <a:solidFill>
            <a:srgbClr val="F4F7F9"/>
          </a:solidFill>
          <a:ln w="11430">
            <a:solidFill>
              <a:srgbClr val="202B35"/>
            </a:solidFill>
          </a:ln>
        </p:spPr>
        <p:txBody>
          <a:bodyPr/>
          <a:lstStyle/>
          <a:p>
            <a:endParaRPr/>
          </a:p>
        </p:txBody>
      </p:sp>
      <p:sp>
        <p:nvSpPr>
          <p:cNvPr id="40" name="Rectangle 39">
            <a:extLst>
              <a:ext uri="{FF2B5EF4-FFF2-40B4-BE49-F238E27FC236}">
                <a16:creationId xmlns:a16="http://schemas.microsoft.com/office/drawing/2014/main" id="{ED7D5C35-5CD5-4B45-B0EE-527F80BF7E93}"/>
              </a:ext>
            </a:extLst>
          </p:cNvPr>
          <p:cNvSpPr>
            <a:spLocks noGrp="1"/>
          </p:cNvSpPr>
          <p:nvPr/>
        </p:nvSpPr>
        <p:spPr>
          <a:xfrm>
            <a:off x="4333962" y="2873260"/>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Access online</a:t>
            </a:r>
          </a:p>
          <a:p>
            <a:pPr algn="ctr">
              <a:buNone/>
              <a:defRPr sz="894" b="0">
                <a:solidFill>
                  <a:srgbClr val="111111"/>
                </a:solidFill>
              </a:defRPr>
            </a:pPr>
            <a:r>
              <a:rPr sz="894" b="0">
                <a:solidFill>
                  <a:srgbClr val="111111"/>
                </a:solidFill>
              </a:rPr>
              <a:t>class content</a:t>
            </a:r>
          </a:p>
        </p:txBody>
      </p:sp>
      <p:sp>
        <p:nvSpPr>
          <p:cNvPr id="41" name="Oval 40">
            <a:extLst>
              <a:ext uri="{FF2B5EF4-FFF2-40B4-BE49-F238E27FC236}">
                <a16:creationId xmlns:a16="http://schemas.microsoft.com/office/drawing/2014/main" id="{DC6D6826-FC9A-410F-AE1B-5F8842B88B25}"/>
              </a:ext>
            </a:extLst>
          </p:cNvPr>
          <p:cNvSpPr>
            <a:spLocks noGrp="1"/>
          </p:cNvSpPr>
          <p:nvPr/>
        </p:nvSpPr>
        <p:spPr>
          <a:xfrm>
            <a:off x="6342784" y="2858453"/>
            <a:ext cx="1480705" cy="414597"/>
          </a:xfrm>
          <a:prstGeom prst="ellipse">
            <a:avLst/>
          </a:prstGeom>
          <a:solidFill>
            <a:srgbClr val="F4F7F9"/>
          </a:solidFill>
          <a:ln w="11430">
            <a:solidFill>
              <a:srgbClr val="202B35"/>
            </a:solidFill>
          </a:ln>
        </p:spPr>
        <p:txBody>
          <a:bodyPr/>
          <a:lstStyle/>
          <a:p>
            <a:endParaRPr/>
          </a:p>
        </p:txBody>
      </p:sp>
      <p:sp>
        <p:nvSpPr>
          <p:cNvPr id="42" name="Rectangle 41">
            <a:extLst>
              <a:ext uri="{FF2B5EF4-FFF2-40B4-BE49-F238E27FC236}">
                <a16:creationId xmlns:a16="http://schemas.microsoft.com/office/drawing/2014/main" id="{554CAB4C-792E-4008-8E2A-C9663F6FAF39}"/>
              </a:ext>
            </a:extLst>
          </p:cNvPr>
          <p:cNvSpPr>
            <a:spLocks noGrp="1"/>
          </p:cNvSpPr>
          <p:nvPr/>
        </p:nvSpPr>
        <p:spPr>
          <a:xfrm>
            <a:off x="6357591" y="2873260"/>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Take a</a:t>
            </a:r>
          </a:p>
          <a:p>
            <a:pPr algn="ctr">
              <a:buNone/>
              <a:defRPr sz="894" b="0">
                <a:solidFill>
                  <a:srgbClr val="111111"/>
                </a:solidFill>
              </a:defRPr>
            </a:pPr>
            <a:r>
              <a:rPr sz="894" b="0">
                <a:solidFill>
                  <a:srgbClr val="111111"/>
                </a:solidFill>
              </a:rPr>
              <a:t>practice test</a:t>
            </a:r>
          </a:p>
        </p:txBody>
      </p:sp>
      <p:sp>
        <p:nvSpPr>
          <p:cNvPr id="43" name="Oval 42">
            <a:extLst>
              <a:ext uri="{FF2B5EF4-FFF2-40B4-BE49-F238E27FC236}">
                <a16:creationId xmlns:a16="http://schemas.microsoft.com/office/drawing/2014/main" id="{30E1E496-4BFB-4260-BD42-A0BE11E3456C}"/>
              </a:ext>
            </a:extLst>
          </p:cNvPr>
          <p:cNvSpPr>
            <a:spLocks noGrp="1"/>
          </p:cNvSpPr>
          <p:nvPr/>
        </p:nvSpPr>
        <p:spPr>
          <a:xfrm>
            <a:off x="4319155" y="3549448"/>
            <a:ext cx="1480705" cy="414597"/>
          </a:xfrm>
          <a:prstGeom prst="ellipse">
            <a:avLst/>
          </a:prstGeom>
          <a:solidFill>
            <a:srgbClr val="F4F7F9"/>
          </a:solidFill>
          <a:ln w="11430">
            <a:solidFill>
              <a:srgbClr val="202B35"/>
            </a:solidFill>
          </a:ln>
        </p:spPr>
        <p:txBody>
          <a:bodyPr/>
          <a:lstStyle/>
          <a:p>
            <a:endParaRPr/>
          </a:p>
        </p:txBody>
      </p:sp>
      <p:sp>
        <p:nvSpPr>
          <p:cNvPr id="44" name="Rectangle 43">
            <a:extLst>
              <a:ext uri="{FF2B5EF4-FFF2-40B4-BE49-F238E27FC236}">
                <a16:creationId xmlns:a16="http://schemas.microsoft.com/office/drawing/2014/main" id="{A78E603A-B997-4DAD-9D18-E463AE9252ED}"/>
              </a:ext>
            </a:extLst>
          </p:cNvPr>
          <p:cNvSpPr>
            <a:spLocks noGrp="1"/>
          </p:cNvSpPr>
          <p:nvPr/>
        </p:nvSpPr>
        <p:spPr>
          <a:xfrm>
            <a:off x="4333962" y="3564255"/>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View training</a:t>
            </a:r>
          </a:p>
          <a:p>
            <a:pPr algn="ctr">
              <a:buNone/>
              <a:defRPr sz="894" b="0">
                <a:solidFill>
                  <a:srgbClr val="111111"/>
                </a:solidFill>
              </a:defRPr>
            </a:pPr>
            <a:r>
              <a:rPr sz="894" b="0">
                <a:solidFill>
                  <a:srgbClr val="111111"/>
                </a:solidFill>
              </a:rPr>
              <a:t>progress</a:t>
            </a:r>
          </a:p>
        </p:txBody>
      </p:sp>
      <p:sp>
        <p:nvSpPr>
          <p:cNvPr id="45" name="Oval 44">
            <a:extLst>
              <a:ext uri="{FF2B5EF4-FFF2-40B4-BE49-F238E27FC236}">
                <a16:creationId xmlns:a16="http://schemas.microsoft.com/office/drawing/2014/main" id="{BF4D6BD1-5C7F-41DD-9531-0FD83945FA56}"/>
              </a:ext>
            </a:extLst>
          </p:cNvPr>
          <p:cNvSpPr>
            <a:spLocks noGrp="1"/>
          </p:cNvSpPr>
          <p:nvPr/>
        </p:nvSpPr>
        <p:spPr>
          <a:xfrm>
            <a:off x="6342784" y="3549448"/>
            <a:ext cx="1480705" cy="414597"/>
          </a:xfrm>
          <a:prstGeom prst="ellipse">
            <a:avLst/>
          </a:prstGeom>
          <a:solidFill>
            <a:srgbClr val="F4F7F9"/>
          </a:solidFill>
          <a:ln w="11430">
            <a:solidFill>
              <a:srgbClr val="202B35"/>
            </a:solidFill>
          </a:ln>
        </p:spPr>
        <p:txBody>
          <a:bodyPr/>
          <a:lstStyle/>
          <a:p>
            <a:endParaRPr/>
          </a:p>
        </p:txBody>
      </p:sp>
      <p:sp>
        <p:nvSpPr>
          <p:cNvPr id="46" name="Rectangle 45">
            <a:extLst>
              <a:ext uri="{FF2B5EF4-FFF2-40B4-BE49-F238E27FC236}">
                <a16:creationId xmlns:a16="http://schemas.microsoft.com/office/drawing/2014/main" id="{EAF702B6-B095-4840-8FBE-0201AEF077CF}"/>
              </a:ext>
            </a:extLst>
          </p:cNvPr>
          <p:cNvSpPr>
            <a:spLocks noGrp="1"/>
          </p:cNvSpPr>
          <p:nvPr/>
        </p:nvSpPr>
        <p:spPr>
          <a:xfrm>
            <a:off x="6357591" y="3564255"/>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Record lesson times</a:t>
            </a:r>
          </a:p>
          <a:p>
            <a:pPr algn="ctr">
              <a:buNone/>
              <a:defRPr sz="894" b="0">
                <a:solidFill>
                  <a:srgbClr val="111111"/>
                </a:solidFill>
              </a:defRPr>
            </a:pPr>
            <a:r>
              <a:rPr sz="894" b="0">
                <a:solidFill>
                  <a:srgbClr val="111111"/>
                </a:solidFill>
              </a:rPr>
              <a:t>and driver comments</a:t>
            </a:r>
          </a:p>
        </p:txBody>
      </p:sp>
      <p:sp>
        <p:nvSpPr>
          <p:cNvPr id="47" name="Oval 46">
            <a:extLst>
              <a:ext uri="{FF2B5EF4-FFF2-40B4-BE49-F238E27FC236}">
                <a16:creationId xmlns:a16="http://schemas.microsoft.com/office/drawing/2014/main" id="{3F46C0F6-16F1-4260-B674-ADECF13DD434}"/>
              </a:ext>
            </a:extLst>
          </p:cNvPr>
          <p:cNvSpPr>
            <a:spLocks noGrp="1"/>
          </p:cNvSpPr>
          <p:nvPr/>
        </p:nvSpPr>
        <p:spPr>
          <a:xfrm>
            <a:off x="4319155" y="4240443"/>
            <a:ext cx="1480705" cy="414597"/>
          </a:xfrm>
          <a:prstGeom prst="ellipse">
            <a:avLst/>
          </a:prstGeom>
          <a:solidFill>
            <a:srgbClr val="F4F7F9"/>
          </a:solidFill>
          <a:ln w="11430">
            <a:solidFill>
              <a:srgbClr val="202B35"/>
            </a:solidFill>
          </a:ln>
        </p:spPr>
        <p:txBody>
          <a:bodyPr/>
          <a:lstStyle/>
          <a:p>
            <a:endParaRPr/>
          </a:p>
        </p:txBody>
      </p:sp>
      <p:sp>
        <p:nvSpPr>
          <p:cNvPr id="48" name="Rectangle 47">
            <a:extLst>
              <a:ext uri="{FF2B5EF4-FFF2-40B4-BE49-F238E27FC236}">
                <a16:creationId xmlns:a16="http://schemas.microsoft.com/office/drawing/2014/main" id="{44C8B0C3-C987-4453-94AE-61813BD13DE1}"/>
              </a:ext>
            </a:extLst>
          </p:cNvPr>
          <p:cNvSpPr>
            <a:spLocks noGrp="1"/>
          </p:cNvSpPr>
          <p:nvPr/>
        </p:nvSpPr>
        <p:spPr>
          <a:xfrm>
            <a:off x="4333962" y="4255250"/>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Print and download</a:t>
            </a:r>
          </a:p>
          <a:p>
            <a:pPr algn="ctr">
              <a:buNone/>
              <a:defRPr sz="894" b="0">
                <a:solidFill>
                  <a:srgbClr val="111111"/>
                </a:solidFill>
              </a:defRPr>
            </a:pPr>
            <a:r>
              <a:rPr sz="894" b="0">
                <a:solidFill>
                  <a:srgbClr val="111111"/>
                </a:solidFill>
              </a:rPr>
              <a:t>activity reports</a:t>
            </a:r>
          </a:p>
        </p:txBody>
      </p:sp>
      <p:sp>
        <p:nvSpPr>
          <p:cNvPr id="49" name="Oval 48">
            <a:extLst>
              <a:ext uri="{FF2B5EF4-FFF2-40B4-BE49-F238E27FC236}">
                <a16:creationId xmlns:a16="http://schemas.microsoft.com/office/drawing/2014/main" id="{AD9BDB6C-660E-45C1-A472-1959D53E1BBA}"/>
              </a:ext>
            </a:extLst>
          </p:cNvPr>
          <p:cNvSpPr>
            <a:spLocks noGrp="1"/>
          </p:cNvSpPr>
          <p:nvPr/>
        </p:nvSpPr>
        <p:spPr>
          <a:xfrm>
            <a:off x="6342784" y="4240443"/>
            <a:ext cx="1480705" cy="414597"/>
          </a:xfrm>
          <a:prstGeom prst="ellipse">
            <a:avLst/>
          </a:prstGeom>
          <a:solidFill>
            <a:srgbClr val="F4F7F9"/>
          </a:solidFill>
          <a:ln w="11430">
            <a:solidFill>
              <a:srgbClr val="202B35"/>
            </a:solidFill>
          </a:ln>
        </p:spPr>
        <p:txBody>
          <a:bodyPr/>
          <a:lstStyle/>
          <a:p>
            <a:endParaRPr/>
          </a:p>
        </p:txBody>
      </p:sp>
      <p:sp>
        <p:nvSpPr>
          <p:cNvPr id="50" name="Rectangle 49">
            <a:extLst>
              <a:ext uri="{FF2B5EF4-FFF2-40B4-BE49-F238E27FC236}">
                <a16:creationId xmlns:a16="http://schemas.microsoft.com/office/drawing/2014/main" id="{F05C914B-DBD2-475C-B300-F880C0E56654}"/>
              </a:ext>
            </a:extLst>
          </p:cNvPr>
          <p:cNvSpPr>
            <a:spLocks noGrp="1"/>
          </p:cNvSpPr>
          <p:nvPr/>
        </p:nvSpPr>
        <p:spPr>
          <a:xfrm>
            <a:off x="6357591" y="4255250"/>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Disable a</a:t>
            </a:r>
          </a:p>
          <a:p>
            <a:pPr algn="ctr">
              <a:buNone/>
              <a:defRPr sz="894" b="0">
                <a:solidFill>
                  <a:srgbClr val="111111"/>
                </a:solidFill>
              </a:defRPr>
            </a:pPr>
            <a:r>
              <a:rPr sz="894" b="0">
                <a:solidFill>
                  <a:srgbClr val="111111"/>
                </a:solidFill>
              </a:rPr>
              <a:t>training package</a:t>
            </a:r>
          </a:p>
        </p:txBody>
      </p:sp>
      <p:sp>
        <p:nvSpPr>
          <p:cNvPr id="51" name="Oval 50">
            <a:extLst>
              <a:ext uri="{FF2B5EF4-FFF2-40B4-BE49-F238E27FC236}">
                <a16:creationId xmlns:a16="http://schemas.microsoft.com/office/drawing/2014/main" id="{A2846A62-20B2-4972-A2B0-98E77F772B59}"/>
              </a:ext>
            </a:extLst>
          </p:cNvPr>
          <p:cNvSpPr>
            <a:spLocks noGrp="1"/>
          </p:cNvSpPr>
          <p:nvPr/>
        </p:nvSpPr>
        <p:spPr>
          <a:xfrm>
            <a:off x="4319155" y="4931439"/>
            <a:ext cx="1480705" cy="414597"/>
          </a:xfrm>
          <a:prstGeom prst="ellipse">
            <a:avLst/>
          </a:prstGeom>
          <a:solidFill>
            <a:srgbClr val="F4F7F9"/>
          </a:solidFill>
          <a:ln w="11430">
            <a:solidFill>
              <a:srgbClr val="202B35"/>
            </a:solidFill>
          </a:ln>
        </p:spPr>
        <p:txBody>
          <a:bodyPr/>
          <a:lstStyle/>
          <a:p>
            <a:endParaRPr/>
          </a:p>
        </p:txBody>
      </p:sp>
      <p:sp>
        <p:nvSpPr>
          <p:cNvPr id="52" name="Rectangle 51">
            <a:extLst>
              <a:ext uri="{FF2B5EF4-FFF2-40B4-BE49-F238E27FC236}">
                <a16:creationId xmlns:a16="http://schemas.microsoft.com/office/drawing/2014/main" id="{ED2B8CD0-C87B-469D-A41A-B6481961449A}"/>
              </a:ext>
            </a:extLst>
          </p:cNvPr>
          <p:cNvSpPr>
            <a:spLocks noGrp="1"/>
          </p:cNvSpPr>
          <p:nvPr/>
        </p:nvSpPr>
        <p:spPr>
          <a:xfrm>
            <a:off x="4333962" y="4946246"/>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Manage accounts</a:t>
            </a:r>
          </a:p>
          <a:p>
            <a:pPr algn="ctr">
              <a:buNone/>
              <a:defRPr sz="894" b="0">
                <a:solidFill>
                  <a:srgbClr val="111111"/>
                </a:solidFill>
              </a:defRPr>
            </a:pPr>
            <a:r>
              <a:rPr sz="894" b="0">
                <a:solidFill>
                  <a:srgbClr val="111111"/>
                </a:solidFill>
              </a:rPr>
              <a:t>and access rights</a:t>
            </a:r>
          </a:p>
        </p:txBody>
      </p:sp>
      <p:sp>
        <p:nvSpPr>
          <p:cNvPr id="53" name="Oval 52">
            <a:extLst>
              <a:ext uri="{FF2B5EF4-FFF2-40B4-BE49-F238E27FC236}">
                <a16:creationId xmlns:a16="http://schemas.microsoft.com/office/drawing/2014/main" id="{2EF29A16-F70A-47AD-AD79-659DE03E73EE}"/>
              </a:ext>
            </a:extLst>
          </p:cNvPr>
          <p:cNvSpPr>
            <a:spLocks noGrp="1"/>
          </p:cNvSpPr>
          <p:nvPr/>
        </p:nvSpPr>
        <p:spPr>
          <a:xfrm>
            <a:off x="6342784" y="4931439"/>
            <a:ext cx="1480705" cy="414597"/>
          </a:xfrm>
          <a:prstGeom prst="ellipse">
            <a:avLst/>
          </a:prstGeom>
          <a:solidFill>
            <a:srgbClr val="F4F7F9"/>
          </a:solidFill>
          <a:ln w="11430">
            <a:solidFill>
              <a:srgbClr val="202B35"/>
            </a:solidFill>
          </a:ln>
        </p:spPr>
        <p:txBody>
          <a:bodyPr/>
          <a:lstStyle/>
          <a:p>
            <a:endParaRPr/>
          </a:p>
        </p:txBody>
      </p:sp>
      <p:sp>
        <p:nvSpPr>
          <p:cNvPr id="54" name="Rectangle 53">
            <a:extLst>
              <a:ext uri="{FF2B5EF4-FFF2-40B4-BE49-F238E27FC236}">
                <a16:creationId xmlns:a16="http://schemas.microsoft.com/office/drawing/2014/main" id="{0F59347F-03F9-44E9-BA97-87468EBE0724}"/>
              </a:ext>
            </a:extLst>
          </p:cNvPr>
          <p:cNvSpPr>
            <a:spLocks noGrp="1"/>
          </p:cNvSpPr>
          <p:nvPr/>
        </p:nvSpPr>
        <p:spPr>
          <a:xfrm>
            <a:off x="6357591" y="4946246"/>
            <a:ext cx="1451090" cy="384983"/>
          </a:xfrm>
          <a:prstGeom prst="rect">
            <a:avLst/>
          </a:prstGeom>
          <a:noFill/>
          <a:ln w="0">
            <a:noFill/>
          </a:ln>
        </p:spPr>
        <p:txBody>
          <a:bodyPr lIns="0" tIns="0" rIns="0" bIns="0" anchor="ctr"/>
          <a:lstStyle>
            <a:defPPr algn="ctr">
              <a:defRPr sz="894" b="0">
                <a:solidFill>
                  <a:srgbClr val="111111"/>
                </a:solidFill>
              </a:defRPr>
            </a:defPPr>
            <a:lvl1pPr algn="ctr">
              <a:buNone/>
              <a:defRPr sz="894" b="0">
                <a:solidFill>
                  <a:srgbClr val="111111"/>
                </a:solidFill>
              </a:defRPr>
            </a:lvl1pPr>
            <a:lvl2pPr algn="ctr">
              <a:buNone/>
              <a:defRPr sz="894" b="0">
                <a:solidFill>
                  <a:srgbClr val="111111"/>
                </a:solidFill>
              </a:defRPr>
            </a:lvl2pPr>
            <a:lvl3pPr algn="ctr">
              <a:buNone/>
              <a:defRPr sz="894" b="0">
                <a:solidFill>
                  <a:srgbClr val="111111"/>
                </a:solidFill>
              </a:defRPr>
            </a:lvl3pPr>
            <a:lvl4pPr algn="ctr">
              <a:buNone/>
              <a:defRPr sz="894" b="0">
                <a:solidFill>
                  <a:srgbClr val="111111"/>
                </a:solidFill>
              </a:defRPr>
            </a:lvl4pPr>
            <a:lvl5pPr algn="ctr">
              <a:buNone/>
              <a:defRPr sz="894" b="0">
                <a:solidFill>
                  <a:srgbClr val="111111"/>
                </a:solidFill>
              </a:defRPr>
            </a:lvl5pPr>
            <a:lvl6pPr algn="ctr">
              <a:buNone/>
              <a:defRPr sz="894" b="0">
                <a:solidFill>
                  <a:srgbClr val="111111"/>
                </a:solidFill>
              </a:defRPr>
            </a:lvl6pPr>
            <a:lvl7pPr algn="ctr">
              <a:buNone/>
              <a:defRPr sz="894" b="0">
                <a:solidFill>
                  <a:srgbClr val="111111"/>
                </a:solidFill>
              </a:defRPr>
            </a:lvl7pPr>
            <a:lvl8pPr algn="ctr">
              <a:buNone/>
              <a:defRPr sz="894" b="0">
                <a:solidFill>
                  <a:srgbClr val="111111"/>
                </a:solidFill>
              </a:defRPr>
            </a:lvl8pPr>
            <a:lvl9pPr algn="ctr">
              <a:buNone/>
              <a:defRPr sz="894" b="0">
                <a:solidFill>
                  <a:srgbClr val="111111"/>
                </a:solidFill>
              </a:defRPr>
            </a:lvl9pPr>
          </a:lstStyle>
          <a:p>
            <a:pPr algn="ctr">
              <a:buNone/>
              <a:defRPr sz="894" b="0">
                <a:solidFill>
                  <a:srgbClr val="111111"/>
                </a:solidFill>
              </a:defRPr>
            </a:pPr>
            <a:r>
              <a:rPr sz="894" b="0">
                <a:solidFill>
                  <a:srgbClr val="111111"/>
                </a:solidFill>
              </a:rPr>
              <a:t>Receive DMV updates</a:t>
            </a:r>
          </a:p>
          <a:p>
            <a:pPr algn="ctr">
              <a:buNone/>
              <a:defRPr sz="894" b="0">
                <a:solidFill>
                  <a:srgbClr val="111111"/>
                </a:solidFill>
              </a:defRPr>
            </a:pPr>
            <a:r>
              <a:rPr sz="894" b="0">
                <a:solidFill>
                  <a:srgbClr val="111111"/>
                </a:solidFill>
              </a:rPr>
              <a:t>and notify staff</a:t>
            </a:r>
          </a:p>
        </p:txBody>
      </p:sp>
      <p:sp>
        <p:nvSpPr>
          <p:cNvPr id="55" name="Oval 54">
            <a:extLst>
              <a:ext uri="{FF2B5EF4-FFF2-40B4-BE49-F238E27FC236}">
                <a16:creationId xmlns:a16="http://schemas.microsoft.com/office/drawing/2014/main" id="{CEA1B899-47A4-436A-B5F2-05BF8D2EE3F4}"/>
              </a:ext>
            </a:extLst>
          </p:cNvPr>
          <p:cNvSpPr>
            <a:spLocks noGrp="1"/>
          </p:cNvSpPr>
          <p:nvPr/>
        </p:nvSpPr>
        <p:spPr>
          <a:xfrm>
            <a:off x="3420860" y="2596861"/>
            <a:ext cx="118456" cy="118456"/>
          </a:xfrm>
          <a:prstGeom prst="ellipse">
            <a:avLst/>
          </a:prstGeom>
          <a:solidFill>
            <a:srgbClr val="FFFFFF"/>
          </a:solidFill>
          <a:ln w="11430">
            <a:solidFill>
              <a:srgbClr val="202B35"/>
            </a:solidFill>
          </a:ln>
        </p:spPr>
        <p:txBody>
          <a:bodyPr/>
          <a:lstStyle/>
          <a:p>
            <a:endParaRPr/>
          </a:p>
        </p:txBody>
      </p:sp>
      <p:sp>
        <p:nvSpPr>
          <p:cNvPr id="56" name="Freeform: Shape 55">
            <a:extLst>
              <a:ext uri="{FF2B5EF4-FFF2-40B4-BE49-F238E27FC236}">
                <a16:creationId xmlns:a16="http://schemas.microsoft.com/office/drawing/2014/main" id="{437B3586-84FB-4C1C-AECA-93550BD66E76}"/>
              </a:ext>
            </a:extLst>
          </p:cNvPr>
          <p:cNvSpPr>
            <a:spLocks noGrp="1"/>
          </p:cNvSpPr>
          <p:nvPr/>
        </p:nvSpPr>
        <p:spPr>
          <a:xfrm>
            <a:off x="3480089" y="2715318"/>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57" name="Freeform: Shape 56">
            <a:extLst>
              <a:ext uri="{FF2B5EF4-FFF2-40B4-BE49-F238E27FC236}">
                <a16:creationId xmlns:a16="http://schemas.microsoft.com/office/drawing/2014/main" id="{EFC00F25-7D8D-45EE-BCFE-5986F663AA89}"/>
              </a:ext>
            </a:extLst>
          </p:cNvPr>
          <p:cNvSpPr>
            <a:spLocks noGrp="1"/>
          </p:cNvSpPr>
          <p:nvPr/>
        </p:nvSpPr>
        <p:spPr>
          <a:xfrm>
            <a:off x="3332018" y="2774546"/>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58" name="Freeform: Shape 57">
            <a:extLst>
              <a:ext uri="{FF2B5EF4-FFF2-40B4-BE49-F238E27FC236}">
                <a16:creationId xmlns:a16="http://schemas.microsoft.com/office/drawing/2014/main" id="{8A46B223-30FE-454A-AACF-4135D91D65A2}"/>
              </a:ext>
            </a:extLst>
          </p:cNvPr>
          <p:cNvSpPr>
            <a:spLocks noGrp="1"/>
          </p:cNvSpPr>
          <p:nvPr/>
        </p:nvSpPr>
        <p:spPr>
          <a:xfrm>
            <a:off x="3356697" y="2863388"/>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59" name="Rectangle 58">
            <a:extLst>
              <a:ext uri="{FF2B5EF4-FFF2-40B4-BE49-F238E27FC236}">
                <a16:creationId xmlns:a16="http://schemas.microsoft.com/office/drawing/2014/main" id="{369C74FF-DAFA-4F8E-A2AF-A3E9365E3659}"/>
              </a:ext>
            </a:extLst>
          </p:cNvPr>
          <p:cNvSpPr>
            <a:spLocks noGrp="1"/>
          </p:cNvSpPr>
          <p:nvPr/>
        </p:nvSpPr>
        <p:spPr>
          <a:xfrm>
            <a:off x="3134591" y="3021330"/>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Customer</a:t>
            </a:r>
          </a:p>
        </p:txBody>
      </p:sp>
      <p:sp>
        <p:nvSpPr>
          <p:cNvPr id="60" name="Oval 59">
            <a:extLst>
              <a:ext uri="{FF2B5EF4-FFF2-40B4-BE49-F238E27FC236}">
                <a16:creationId xmlns:a16="http://schemas.microsoft.com/office/drawing/2014/main" id="{C65EF9D6-E35D-4D2B-A4E8-AEBE10961BB3}"/>
              </a:ext>
            </a:extLst>
          </p:cNvPr>
          <p:cNvSpPr>
            <a:spLocks noGrp="1"/>
          </p:cNvSpPr>
          <p:nvPr/>
        </p:nvSpPr>
        <p:spPr>
          <a:xfrm>
            <a:off x="3420860" y="1362941"/>
            <a:ext cx="118456" cy="118456"/>
          </a:xfrm>
          <a:prstGeom prst="ellipse">
            <a:avLst/>
          </a:prstGeom>
          <a:solidFill>
            <a:srgbClr val="FFFFFF"/>
          </a:solidFill>
          <a:ln w="11430">
            <a:solidFill>
              <a:srgbClr val="202B35"/>
            </a:solidFill>
          </a:ln>
        </p:spPr>
        <p:txBody>
          <a:bodyPr/>
          <a:lstStyle/>
          <a:p>
            <a:endParaRPr/>
          </a:p>
        </p:txBody>
      </p:sp>
      <p:sp>
        <p:nvSpPr>
          <p:cNvPr id="61" name="Freeform: Shape 60">
            <a:extLst>
              <a:ext uri="{FF2B5EF4-FFF2-40B4-BE49-F238E27FC236}">
                <a16:creationId xmlns:a16="http://schemas.microsoft.com/office/drawing/2014/main" id="{A55825FE-4420-493B-B645-2D4763B7CF45}"/>
              </a:ext>
            </a:extLst>
          </p:cNvPr>
          <p:cNvSpPr>
            <a:spLocks noGrp="1"/>
          </p:cNvSpPr>
          <p:nvPr/>
        </p:nvSpPr>
        <p:spPr>
          <a:xfrm>
            <a:off x="3480089" y="1481397"/>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62" name="Freeform: Shape 61">
            <a:extLst>
              <a:ext uri="{FF2B5EF4-FFF2-40B4-BE49-F238E27FC236}">
                <a16:creationId xmlns:a16="http://schemas.microsoft.com/office/drawing/2014/main" id="{788692FB-B6C9-48E7-B555-ED66B2F9120E}"/>
              </a:ext>
            </a:extLst>
          </p:cNvPr>
          <p:cNvSpPr>
            <a:spLocks noGrp="1"/>
          </p:cNvSpPr>
          <p:nvPr/>
        </p:nvSpPr>
        <p:spPr>
          <a:xfrm>
            <a:off x="3332018" y="1540625"/>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63" name="Freeform: Shape 62">
            <a:extLst>
              <a:ext uri="{FF2B5EF4-FFF2-40B4-BE49-F238E27FC236}">
                <a16:creationId xmlns:a16="http://schemas.microsoft.com/office/drawing/2014/main" id="{F6A07DB4-9CFF-4425-BE74-363E1610B06C}"/>
              </a:ext>
            </a:extLst>
          </p:cNvPr>
          <p:cNvSpPr>
            <a:spLocks noGrp="1"/>
          </p:cNvSpPr>
          <p:nvPr/>
        </p:nvSpPr>
        <p:spPr>
          <a:xfrm>
            <a:off x="3356697" y="1629468"/>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64" name="Rectangle 63">
            <a:extLst>
              <a:ext uri="{FF2B5EF4-FFF2-40B4-BE49-F238E27FC236}">
                <a16:creationId xmlns:a16="http://schemas.microsoft.com/office/drawing/2014/main" id="{7EBED6AF-C126-450C-8236-2D397D3B66F2}"/>
              </a:ext>
            </a:extLst>
          </p:cNvPr>
          <p:cNvSpPr>
            <a:spLocks noGrp="1"/>
          </p:cNvSpPr>
          <p:nvPr/>
        </p:nvSpPr>
        <p:spPr>
          <a:xfrm>
            <a:off x="3134591" y="1787410"/>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Secretary</a:t>
            </a:r>
          </a:p>
        </p:txBody>
      </p:sp>
      <p:sp>
        <p:nvSpPr>
          <p:cNvPr id="65" name="Oval 64">
            <a:extLst>
              <a:ext uri="{FF2B5EF4-FFF2-40B4-BE49-F238E27FC236}">
                <a16:creationId xmlns:a16="http://schemas.microsoft.com/office/drawing/2014/main" id="{414CBDD0-6A1E-4223-B409-41EBE99D1BAD}"/>
              </a:ext>
            </a:extLst>
          </p:cNvPr>
          <p:cNvSpPr>
            <a:spLocks noGrp="1"/>
          </p:cNvSpPr>
          <p:nvPr/>
        </p:nvSpPr>
        <p:spPr>
          <a:xfrm>
            <a:off x="3420860" y="4373707"/>
            <a:ext cx="118456" cy="118456"/>
          </a:xfrm>
          <a:prstGeom prst="ellipse">
            <a:avLst/>
          </a:prstGeom>
          <a:solidFill>
            <a:srgbClr val="FFFFFF"/>
          </a:solidFill>
          <a:ln w="11430">
            <a:solidFill>
              <a:srgbClr val="202B35"/>
            </a:solidFill>
          </a:ln>
        </p:spPr>
        <p:txBody>
          <a:bodyPr/>
          <a:lstStyle/>
          <a:p>
            <a:endParaRPr/>
          </a:p>
        </p:txBody>
      </p:sp>
      <p:sp>
        <p:nvSpPr>
          <p:cNvPr id="66" name="Freeform: Shape 65">
            <a:extLst>
              <a:ext uri="{FF2B5EF4-FFF2-40B4-BE49-F238E27FC236}">
                <a16:creationId xmlns:a16="http://schemas.microsoft.com/office/drawing/2014/main" id="{E445FE97-0F84-439F-ADA0-E919EB30F524}"/>
              </a:ext>
            </a:extLst>
          </p:cNvPr>
          <p:cNvSpPr>
            <a:spLocks noGrp="1"/>
          </p:cNvSpPr>
          <p:nvPr/>
        </p:nvSpPr>
        <p:spPr>
          <a:xfrm>
            <a:off x="3480089" y="4492163"/>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67" name="Freeform: Shape 66">
            <a:extLst>
              <a:ext uri="{FF2B5EF4-FFF2-40B4-BE49-F238E27FC236}">
                <a16:creationId xmlns:a16="http://schemas.microsoft.com/office/drawing/2014/main" id="{CCA8FF61-20BE-43CC-958E-A314360FAD56}"/>
              </a:ext>
            </a:extLst>
          </p:cNvPr>
          <p:cNvSpPr>
            <a:spLocks noGrp="1"/>
          </p:cNvSpPr>
          <p:nvPr/>
        </p:nvSpPr>
        <p:spPr>
          <a:xfrm>
            <a:off x="3332018" y="4551391"/>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68" name="Freeform: Shape 67">
            <a:extLst>
              <a:ext uri="{FF2B5EF4-FFF2-40B4-BE49-F238E27FC236}">
                <a16:creationId xmlns:a16="http://schemas.microsoft.com/office/drawing/2014/main" id="{068097BC-8C0B-420F-B8C2-5E39339CA01B}"/>
              </a:ext>
            </a:extLst>
          </p:cNvPr>
          <p:cNvSpPr>
            <a:spLocks noGrp="1"/>
          </p:cNvSpPr>
          <p:nvPr/>
        </p:nvSpPr>
        <p:spPr>
          <a:xfrm>
            <a:off x="3356697" y="4640234"/>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69" name="Rectangle 68">
            <a:extLst>
              <a:ext uri="{FF2B5EF4-FFF2-40B4-BE49-F238E27FC236}">
                <a16:creationId xmlns:a16="http://schemas.microsoft.com/office/drawing/2014/main" id="{F2874868-3C6E-4BE3-B3DD-78EB111B802C}"/>
              </a:ext>
            </a:extLst>
          </p:cNvPr>
          <p:cNvSpPr>
            <a:spLocks noGrp="1"/>
          </p:cNvSpPr>
          <p:nvPr/>
        </p:nvSpPr>
        <p:spPr>
          <a:xfrm>
            <a:off x="3134591" y="4798175"/>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Owner</a:t>
            </a:r>
          </a:p>
        </p:txBody>
      </p:sp>
      <p:sp>
        <p:nvSpPr>
          <p:cNvPr id="70" name="Oval 69">
            <a:extLst>
              <a:ext uri="{FF2B5EF4-FFF2-40B4-BE49-F238E27FC236}">
                <a16:creationId xmlns:a16="http://schemas.microsoft.com/office/drawing/2014/main" id="{3E580578-33E3-4B32-B3B4-9D8A1D2ABB5F}"/>
              </a:ext>
            </a:extLst>
          </p:cNvPr>
          <p:cNvSpPr>
            <a:spLocks noGrp="1"/>
          </p:cNvSpPr>
          <p:nvPr/>
        </p:nvSpPr>
        <p:spPr>
          <a:xfrm>
            <a:off x="3420860" y="5311486"/>
            <a:ext cx="118456" cy="118456"/>
          </a:xfrm>
          <a:prstGeom prst="ellipse">
            <a:avLst/>
          </a:prstGeom>
          <a:solidFill>
            <a:srgbClr val="FFFFFF"/>
          </a:solidFill>
          <a:ln w="11430">
            <a:solidFill>
              <a:srgbClr val="202B35"/>
            </a:solidFill>
          </a:ln>
        </p:spPr>
        <p:txBody>
          <a:bodyPr/>
          <a:lstStyle/>
          <a:p>
            <a:endParaRPr/>
          </a:p>
        </p:txBody>
      </p:sp>
      <p:sp>
        <p:nvSpPr>
          <p:cNvPr id="71" name="Freeform: Shape 70">
            <a:extLst>
              <a:ext uri="{FF2B5EF4-FFF2-40B4-BE49-F238E27FC236}">
                <a16:creationId xmlns:a16="http://schemas.microsoft.com/office/drawing/2014/main" id="{7A42369C-024D-4E87-9ACB-89DBE16C7607}"/>
              </a:ext>
            </a:extLst>
          </p:cNvPr>
          <p:cNvSpPr>
            <a:spLocks noGrp="1"/>
          </p:cNvSpPr>
          <p:nvPr/>
        </p:nvSpPr>
        <p:spPr>
          <a:xfrm>
            <a:off x="3480089" y="5429943"/>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72" name="Freeform: Shape 71">
            <a:extLst>
              <a:ext uri="{FF2B5EF4-FFF2-40B4-BE49-F238E27FC236}">
                <a16:creationId xmlns:a16="http://schemas.microsoft.com/office/drawing/2014/main" id="{6D65E126-FB16-48FA-9626-45D70611A630}"/>
              </a:ext>
            </a:extLst>
          </p:cNvPr>
          <p:cNvSpPr>
            <a:spLocks noGrp="1"/>
          </p:cNvSpPr>
          <p:nvPr/>
        </p:nvSpPr>
        <p:spPr>
          <a:xfrm>
            <a:off x="3332018" y="5489171"/>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73" name="Freeform: Shape 72">
            <a:extLst>
              <a:ext uri="{FF2B5EF4-FFF2-40B4-BE49-F238E27FC236}">
                <a16:creationId xmlns:a16="http://schemas.microsoft.com/office/drawing/2014/main" id="{B87DDAF8-CE1C-46DD-BFC7-3E51CC65332E}"/>
              </a:ext>
            </a:extLst>
          </p:cNvPr>
          <p:cNvSpPr>
            <a:spLocks noGrp="1"/>
          </p:cNvSpPr>
          <p:nvPr/>
        </p:nvSpPr>
        <p:spPr>
          <a:xfrm>
            <a:off x="3356697" y="5578013"/>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74" name="Rectangle 73">
            <a:extLst>
              <a:ext uri="{FF2B5EF4-FFF2-40B4-BE49-F238E27FC236}">
                <a16:creationId xmlns:a16="http://schemas.microsoft.com/office/drawing/2014/main" id="{CAFBECC0-7799-48A6-B3D3-FCB2C8F1790F}"/>
              </a:ext>
            </a:extLst>
          </p:cNvPr>
          <p:cNvSpPr>
            <a:spLocks noGrp="1"/>
          </p:cNvSpPr>
          <p:nvPr/>
        </p:nvSpPr>
        <p:spPr>
          <a:xfrm>
            <a:off x="3134591" y="5735955"/>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IT officer</a:t>
            </a:r>
          </a:p>
        </p:txBody>
      </p:sp>
      <p:sp>
        <p:nvSpPr>
          <p:cNvPr id="75" name="Oval 74">
            <a:extLst>
              <a:ext uri="{FF2B5EF4-FFF2-40B4-BE49-F238E27FC236}">
                <a16:creationId xmlns:a16="http://schemas.microsoft.com/office/drawing/2014/main" id="{D16F63C4-2CFC-47A4-BA4B-FC02C4D517C4}"/>
              </a:ext>
            </a:extLst>
          </p:cNvPr>
          <p:cNvSpPr>
            <a:spLocks noGrp="1"/>
          </p:cNvSpPr>
          <p:nvPr/>
        </p:nvSpPr>
        <p:spPr>
          <a:xfrm>
            <a:off x="8652683" y="3633355"/>
            <a:ext cx="118456" cy="118456"/>
          </a:xfrm>
          <a:prstGeom prst="ellipse">
            <a:avLst/>
          </a:prstGeom>
          <a:solidFill>
            <a:srgbClr val="FFFFFF"/>
          </a:solidFill>
          <a:ln w="11430">
            <a:solidFill>
              <a:srgbClr val="202B35"/>
            </a:solidFill>
          </a:ln>
        </p:spPr>
        <p:txBody>
          <a:bodyPr/>
          <a:lstStyle/>
          <a:p>
            <a:endParaRPr/>
          </a:p>
        </p:txBody>
      </p:sp>
      <p:sp>
        <p:nvSpPr>
          <p:cNvPr id="76" name="Freeform: Shape 75">
            <a:extLst>
              <a:ext uri="{FF2B5EF4-FFF2-40B4-BE49-F238E27FC236}">
                <a16:creationId xmlns:a16="http://schemas.microsoft.com/office/drawing/2014/main" id="{EE0FD9BC-2E21-485D-98F6-30BB11D0CBFC}"/>
              </a:ext>
            </a:extLst>
          </p:cNvPr>
          <p:cNvSpPr>
            <a:spLocks noGrp="1"/>
          </p:cNvSpPr>
          <p:nvPr/>
        </p:nvSpPr>
        <p:spPr>
          <a:xfrm>
            <a:off x="8711911" y="3751811"/>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77" name="Freeform: Shape 76">
            <a:extLst>
              <a:ext uri="{FF2B5EF4-FFF2-40B4-BE49-F238E27FC236}">
                <a16:creationId xmlns:a16="http://schemas.microsoft.com/office/drawing/2014/main" id="{51405A4B-98A4-4020-B9D9-049EFB44375E}"/>
              </a:ext>
            </a:extLst>
          </p:cNvPr>
          <p:cNvSpPr>
            <a:spLocks noGrp="1"/>
          </p:cNvSpPr>
          <p:nvPr/>
        </p:nvSpPr>
        <p:spPr>
          <a:xfrm>
            <a:off x="8563841" y="3811039"/>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78" name="Freeform: Shape 77">
            <a:extLst>
              <a:ext uri="{FF2B5EF4-FFF2-40B4-BE49-F238E27FC236}">
                <a16:creationId xmlns:a16="http://schemas.microsoft.com/office/drawing/2014/main" id="{5EB652A5-FAB8-415F-AB4E-8DF6A8E9C7BC}"/>
              </a:ext>
            </a:extLst>
          </p:cNvPr>
          <p:cNvSpPr>
            <a:spLocks noGrp="1"/>
          </p:cNvSpPr>
          <p:nvPr/>
        </p:nvSpPr>
        <p:spPr>
          <a:xfrm>
            <a:off x="8588519" y="3899881"/>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79" name="Rectangle 78">
            <a:extLst>
              <a:ext uri="{FF2B5EF4-FFF2-40B4-BE49-F238E27FC236}">
                <a16:creationId xmlns:a16="http://schemas.microsoft.com/office/drawing/2014/main" id="{024E3AA8-8CD6-456B-BB64-A65D1CE8F024}"/>
              </a:ext>
            </a:extLst>
          </p:cNvPr>
          <p:cNvSpPr>
            <a:spLocks noGrp="1"/>
          </p:cNvSpPr>
          <p:nvPr/>
        </p:nvSpPr>
        <p:spPr>
          <a:xfrm>
            <a:off x="8366414" y="4057823"/>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Driver</a:t>
            </a:r>
          </a:p>
        </p:txBody>
      </p:sp>
      <p:sp>
        <p:nvSpPr>
          <p:cNvPr id="80" name="Oval 79">
            <a:extLst>
              <a:ext uri="{FF2B5EF4-FFF2-40B4-BE49-F238E27FC236}">
                <a16:creationId xmlns:a16="http://schemas.microsoft.com/office/drawing/2014/main" id="{EA7526E8-21B7-4554-8B25-00EA1A8E8DCA}"/>
              </a:ext>
            </a:extLst>
          </p:cNvPr>
          <p:cNvSpPr>
            <a:spLocks noGrp="1"/>
          </p:cNvSpPr>
          <p:nvPr/>
        </p:nvSpPr>
        <p:spPr>
          <a:xfrm>
            <a:off x="8652683" y="5015345"/>
            <a:ext cx="118456" cy="118456"/>
          </a:xfrm>
          <a:prstGeom prst="ellipse">
            <a:avLst/>
          </a:prstGeom>
          <a:solidFill>
            <a:srgbClr val="FFFFFF"/>
          </a:solidFill>
          <a:ln w="11430">
            <a:solidFill>
              <a:srgbClr val="202B35"/>
            </a:solidFill>
          </a:ln>
        </p:spPr>
        <p:txBody>
          <a:bodyPr/>
          <a:lstStyle/>
          <a:p>
            <a:endParaRPr/>
          </a:p>
        </p:txBody>
      </p:sp>
      <p:sp>
        <p:nvSpPr>
          <p:cNvPr id="81" name="Freeform: Shape 80">
            <a:extLst>
              <a:ext uri="{FF2B5EF4-FFF2-40B4-BE49-F238E27FC236}">
                <a16:creationId xmlns:a16="http://schemas.microsoft.com/office/drawing/2014/main" id="{5F232586-756F-4778-94DF-343690DD8C01}"/>
              </a:ext>
            </a:extLst>
          </p:cNvPr>
          <p:cNvSpPr>
            <a:spLocks noGrp="1"/>
          </p:cNvSpPr>
          <p:nvPr/>
        </p:nvSpPr>
        <p:spPr>
          <a:xfrm>
            <a:off x="8711911" y="5133802"/>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82" name="Freeform: Shape 81">
            <a:extLst>
              <a:ext uri="{FF2B5EF4-FFF2-40B4-BE49-F238E27FC236}">
                <a16:creationId xmlns:a16="http://schemas.microsoft.com/office/drawing/2014/main" id="{C1C290C1-770E-4F84-842E-001BB86C0D50}"/>
              </a:ext>
            </a:extLst>
          </p:cNvPr>
          <p:cNvSpPr>
            <a:spLocks noGrp="1"/>
          </p:cNvSpPr>
          <p:nvPr/>
        </p:nvSpPr>
        <p:spPr>
          <a:xfrm>
            <a:off x="8563841" y="5193030"/>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83" name="Freeform: Shape 82">
            <a:extLst>
              <a:ext uri="{FF2B5EF4-FFF2-40B4-BE49-F238E27FC236}">
                <a16:creationId xmlns:a16="http://schemas.microsoft.com/office/drawing/2014/main" id="{EA4DE607-421C-4847-87E2-47DA6D5753BF}"/>
              </a:ext>
            </a:extLst>
          </p:cNvPr>
          <p:cNvSpPr>
            <a:spLocks noGrp="1"/>
          </p:cNvSpPr>
          <p:nvPr/>
        </p:nvSpPr>
        <p:spPr>
          <a:xfrm>
            <a:off x="8588519" y="5281872"/>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84" name="Rectangle 83">
            <a:extLst>
              <a:ext uri="{FF2B5EF4-FFF2-40B4-BE49-F238E27FC236}">
                <a16:creationId xmlns:a16="http://schemas.microsoft.com/office/drawing/2014/main" id="{D4F76CB0-2CBF-47A5-BC29-D789F957ADEF}"/>
              </a:ext>
            </a:extLst>
          </p:cNvPr>
          <p:cNvSpPr>
            <a:spLocks noGrp="1"/>
          </p:cNvSpPr>
          <p:nvPr/>
        </p:nvSpPr>
        <p:spPr>
          <a:xfrm>
            <a:off x="8366414" y="5439814"/>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DMV</a:t>
            </a:r>
          </a:p>
        </p:txBody>
      </p:sp>
      <p:sp>
        <p:nvSpPr>
          <p:cNvPr id="85" name="Oval 84">
            <a:extLst>
              <a:ext uri="{FF2B5EF4-FFF2-40B4-BE49-F238E27FC236}">
                <a16:creationId xmlns:a16="http://schemas.microsoft.com/office/drawing/2014/main" id="{B60ECCD9-E28E-46AC-B218-11C466A3DD6B}"/>
              </a:ext>
            </a:extLst>
          </p:cNvPr>
          <p:cNvSpPr>
            <a:spLocks noGrp="1"/>
          </p:cNvSpPr>
          <p:nvPr/>
        </p:nvSpPr>
        <p:spPr>
          <a:xfrm>
            <a:off x="8652683" y="1461655"/>
            <a:ext cx="118456" cy="118456"/>
          </a:xfrm>
          <a:prstGeom prst="ellipse">
            <a:avLst/>
          </a:prstGeom>
          <a:solidFill>
            <a:srgbClr val="FFFFFF"/>
          </a:solidFill>
          <a:ln w="11430">
            <a:solidFill>
              <a:srgbClr val="202B35"/>
            </a:solidFill>
          </a:ln>
        </p:spPr>
        <p:txBody>
          <a:bodyPr/>
          <a:lstStyle/>
          <a:p>
            <a:endParaRPr/>
          </a:p>
        </p:txBody>
      </p:sp>
      <p:sp>
        <p:nvSpPr>
          <p:cNvPr id="86" name="Freeform: Shape 85">
            <a:extLst>
              <a:ext uri="{FF2B5EF4-FFF2-40B4-BE49-F238E27FC236}">
                <a16:creationId xmlns:a16="http://schemas.microsoft.com/office/drawing/2014/main" id="{8AEEA179-2885-49A8-AD67-B822D4EF030B}"/>
              </a:ext>
            </a:extLst>
          </p:cNvPr>
          <p:cNvSpPr>
            <a:spLocks noGrp="1"/>
          </p:cNvSpPr>
          <p:nvPr/>
        </p:nvSpPr>
        <p:spPr>
          <a:xfrm>
            <a:off x="8711911" y="1580111"/>
            <a:ext cx="953" cy="148070"/>
          </a:xfrm>
          <a:custGeom>
            <a:avLst/>
            <a:gdLst/>
            <a:ahLst/>
            <a:cxnLst/>
            <a:rect l="0" t="0" r="0" b="0"/>
            <a:pathLst>
              <a:path w="953" h="285750">
                <a:moveTo>
                  <a:pt x="0" y="0"/>
                </a:moveTo>
                <a:lnTo>
                  <a:pt x="0" y="285750"/>
                </a:lnTo>
              </a:path>
            </a:pathLst>
          </a:custGeom>
          <a:noFill/>
          <a:ln w="10478">
            <a:solidFill>
              <a:srgbClr val="202B35"/>
            </a:solidFill>
            <a:prstDash val="solid"/>
          </a:ln>
        </p:spPr>
        <p:txBody>
          <a:bodyPr/>
          <a:lstStyle/>
          <a:p>
            <a:endParaRPr/>
          </a:p>
        </p:txBody>
      </p:sp>
      <p:sp>
        <p:nvSpPr>
          <p:cNvPr id="87" name="Freeform: Shape 86">
            <a:extLst>
              <a:ext uri="{FF2B5EF4-FFF2-40B4-BE49-F238E27FC236}">
                <a16:creationId xmlns:a16="http://schemas.microsoft.com/office/drawing/2014/main" id="{45214F56-500F-4250-8495-9055A4062B28}"/>
              </a:ext>
            </a:extLst>
          </p:cNvPr>
          <p:cNvSpPr>
            <a:spLocks noGrp="1"/>
          </p:cNvSpPr>
          <p:nvPr/>
        </p:nvSpPr>
        <p:spPr>
          <a:xfrm>
            <a:off x="8563841" y="1639339"/>
            <a:ext cx="296141" cy="953"/>
          </a:xfrm>
          <a:custGeom>
            <a:avLst/>
            <a:gdLst/>
            <a:ahLst/>
            <a:cxnLst/>
            <a:rect l="0" t="0" r="0" b="0"/>
            <a:pathLst>
              <a:path w="571500" h="953">
                <a:moveTo>
                  <a:pt x="0" y="0"/>
                </a:moveTo>
                <a:lnTo>
                  <a:pt x="571500" y="0"/>
                </a:lnTo>
              </a:path>
            </a:pathLst>
          </a:custGeom>
          <a:noFill/>
          <a:ln w="10478">
            <a:solidFill>
              <a:srgbClr val="202B35"/>
            </a:solidFill>
            <a:prstDash val="solid"/>
          </a:ln>
        </p:spPr>
        <p:txBody>
          <a:bodyPr/>
          <a:lstStyle/>
          <a:p>
            <a:endParaRPr/>
          </a:p>
        </p:txBody>
      </p:sp>
      <p:sp>
        <p:nvSpPr>
          <p:cNvPr id="88" name="Freeform: Shape 87">
            <a:extLst>
              <a:ext uri="{FF2B5EF4-FFF2-40B4-BE49-F238E27FC236}">
                <a16:creationId xmlns:a16="http://schemas.microsoft.com/office/drawing/2014/main" id="{8416BCAE-A0E1-489E-B28C-250B17440995}"/>
              </a:ext>
            </a:extLst>
          </p:cNvPr>
          <p:cNvSpPr>
            <a:spLocks noGrp="1"/>
          </p:cNvSpPr>
          <p:nvPr/>
        </p:nvSpPr>
        <p:spPr>
          <a:xfrm>
            <a:off x="8588519" y="1728181"/>
            <a:ext cx="246784" cy="118456"/>
          </a:xfrm>
          <a:custGeom>
            <a:avLst/>
            <a:gdLst/>
            <a:ahLst/>
            <a:cxnLst/>
            <a:rect l="0" t="0" r="0" b="0"/>
            <a:pathLst>
              <a:path w="476250" h="228600">
                <a:moveTo>
                  <a:pt x="0" y="228600"/>
                </a:moveTo>
                <a:lnTo>
                  <a:pt x="238125" y="0"/>
                </a:lnTo>
                <a:lnTo>
                  <a:pt x="476250" y="228600"/>
                </a:lnTo>
              </a:path>
            </a:pathLst>
          </a:custGeom>
          <a:noFill/>
          <a:ln w="10478">
            <a:solidFill>
              <a:srgbClr val="202B35"/>
            </a:solidFill>
            <a:prstDash val="solid"/>
          </a:ln>
        </p:spPr>
        <p:txBody>
          <a:bodyPr/>
          <a:lstStyle/>
          <a:p>
            <a:endParaRPr/>
          </a:p>
        </p:txBody>
      </p:sp>
      <p:sp>
        <p:nvSpPr>
          <p:cNvPr id="89" name="Rectangle 88">
            <a:extLst>
              <a:ext uri="{FF2B5EF4-FFF2-40B4-BE49-F238E27FC236}">
                <a16:creationId xmlns:a16="http://schemas.microsoft.com/office/drawing/2014/main" id="{85767C37-EB89-472A-899C-EA6F17D38975}"/>
              </a:ext>
            </a:extLst>
          </p:cNvPr>
          <p:cNvSpPr>
            <a:spLocks noGrp="1"/>
          </p:cNvSpPr>
          <p:nvPr/>
        </p:nvSpPr>
        <p:spPr>
          <a:xfrm>
            <a:off x="8366414" y="1886123"/>
            <a:ext cx="690995" cy="207299"/>
          </a:xfrm>
          <a:prstGeom prst="rect">
            <a:avLst/>
          </a:prstGeom>
          <a:noFill/>
          <a:ln w="0">
            <a:noFill/>
          </a:ln>
        </p:spPr>
        <p:txBody>
          <a:bodyPr lIns="0" tIns="0" rIns="0" bIns="0" anchor="ctr"/>
          <a:lstStyle>
            <a:defPPr algn="ctr">
              <a:defRPr sz="816" b="0">
                <a:solidFill>
                  <a:srgbClr val="111111"/>
                </a:solidFill>
              </a:defRPr>
            </a:defPPr>
            <a:lvl1pPr algn="ctr">
              <a:buNone/>
              <a:defRPr sz="816" b="0">
                <a:solidFill>
                  <a:srgbClr val="111111"/>
                </a:solidFill>
              </a:defRPr>
            </a:lvl1pPr>
            <a:lvl2pPr algn="ctr">
              <a:buNone/>
              <a:defRPr sz="816" b="0">
                <a:solidFill>
                  <a:srgbClr val="111111"/>
                </a:solidFill>
              </a:defRPr>
            </a:lvl2pPr>
            <a:lvl3pPr algn="ctr">
              <a:buNone/>
              <a:defRPr sz="816" b="0">
                <a:solidFill>
                  <a:srgbClr val="111111"/>
                </a:solidFill>
              </a:defRPr>
            </a:lvl3pPr>
            <a:lvl4pPr algn="ctr">
              <a:buNone/>
              <a:defRPr sz="816" b="0">
                <a:solidFill>
                  <a:srgbClr val="111111"/>
                </a:solidFill>
              </a:defRPr>
            </a:lvl4pPr>
            <a:lvl5pPr algn="ctr">
              <a:buNone/>
              <a:defRPr sz="816" b="0">
                <a:solidFill>
                  <a:srgbClr val="111111"/>
                </a:solidFill>
              </a:defRPr>
            </a:lvl5pPr>
            <a:lvl6pPr algn="ctr">
              <a:buNone/>
              <a:defRPr sz="816" b="0">
                <a:solidFill>
                  <a:srgbClr val="111111"/>
                </a:solidFill>
              </a:defRPr>
            </a:lvl6pPr>
            <a:lvl7pPr algn="ctr">
              <a:buNone/>
              <a:defRPr sz="816" b="0">
                <a:solidFill>
                  <a:srgbClr val="111111"/>
                </a:solidFill>
              </a:defRPr>
            </a:lvl7pPr>
            <a:lvl8pPr algn="ctr">
              <a:buNone/>
              <a:defRPr sz="816" b="0">
                <a:solidFill>
                  <a:srgbClr val="111111"/>
                </a:solidFill>
              </a:defRPr>
            </a:lvl8pPr>
            <a:lvl9pPr algn="ctr">
              <a:buNone/>
              <a:defRPr sz="816" b="0">
                <a:solidFill>
                  <a:srgbClr val="111111"/>
                </a:solidFill>
              </a:defRPr>
            </a:lvl9pPr>
          </a:lstStyle>
          <a:p>
            <a:pPr algn="ctr">
              <a:buNone/>
              <a:defRPr sz="816" b="0">
                <a:solidFill>
                  <a:srgbClr val="111111"/>
                </a:solidFill>
              </a:defRPr>
            </a:pPr>
            <a:r>
              <a:rPr sz="816" b="0">
                <a:solidFill>
                  <a:srgbClr val="111111"/>
                </a:solidFill>
              </a:rPr>
              <a:t>Payment service</a:t>
            </a:r>
          </a:p>
        </p:txBody>
      </p:sp>
      <p:sp>
        <p:nvSpPr>
          <p:cNvPr id="90" name="Rectangle 89">
            <a:extLst>
              <a:ext uri="{FF2B5EF4-FFF2-40B4-BE49-F238E27FC236}">
                <a16:creationId xmlns:a16="http://schemas.microsoft.com/office/drawing/2014/main" id="{6A98D725-DA96-4645-AD99-90686A50349B}"/>
              </a:ext>
            </a:extLst>
          </p:cNvPr>
          <p:cNvSpPr>
            <a:spLocks noGrp="1"/>
          </p:cNvSpPr>
          <p:nvPr/>
        </p:nvSpPr>
        <p:spPr>
          <a:xfrm>
            <a:off x="3134591" y="1293841"/>
            <a:ext cx="5922818" cy="218157"/>
          </a:xfrm>
          <a:prstGeom prst="rect">
            <a:avLst/>
          </a:prstGeom>
          <a:noFill/>
          <a:ln w="0">
            <a:noFill/>
          </a:ln>
        </p:spPr>
        <p:txBody>
          <a:bodyPr lIns="0" tIns="0" rIns="0" bIns="0" anchor="ctr"/>
          <a:lstStyle>
            <a:defPPr algn="ctr">
              <a:defRPr sz="1010" b="0">
                <a:solidFill>
                  <a:srgbClr val="111111"/>
                </a:solidFill>
              </a:defRPr>
            </a:defPPr>
            <a:lvl1pPr algn="ctr">
              <a:buNone/>
              <a:defRPr sz="1010" b="0">
                <a:solidFill>
                  <a:srgbClr val="111111"/>
                </a:solidFill>
              </a:defRPr>
            </a:lvl1pPr>
            <a:lvl2pPr algn="ctr">
              <a:buNone/>
              <a:defRPr sz="1010" b="0">
                <a:solidFill>
                  <a:srgbClr val="111111"/>
                </a:solidFill>
              </a:defRPr>
            </a:lvl2pPr>
            <a:lvl3pPr algn="ctr">
              <a:buNone/>
              <a:defRPr sz="1010" b="0">
                <a:solidFill>
                  <a:srgbClr val="111111"/>
                </a:solidFill>
              </a:defRPr>
            </a:lvl3pPr>
            <a:lvl4pPr algn="ctr">
              <a:buNone/>
              <a:defRPr sz="1010" b="0">
                <a:solidFill>
                  <a:srgbClr val="111111"/>
                </a:solidFill>
              </a:defRPr>
            </a:lvl4pPr>
            <a:lvl5pPr algn="ctr">
              <a:buNone/>
              <a:defRPr sz="1010" b="0">
                <a:solidFill>
                  <a:srgbClr val="111111"/>
                </a:solidFill>
              </a:defRPr>
            </a:lvl5pPr>
            <a:lvl6pPr algn="ctr">
              <a:buNone/>
              <a:defRPr sz="1010" b="0">
                <a:solidFill>
                  <a:srgbClr val="111111"/>
                </a:solidFill>
              </a:defRPr>
            </a:lvl6pPr>
            <a:lvl7pPr algn="ctr">
              <a:buNone/>
              <a:defRPr sz="1010" b="0">
                <a:solidFill>
                  <a:srgbClr val="111111"/>
                </a:solidFill>
              </a:defRPr>
            </a:lvl7pPr>
            <a:lvl8pPr algn="ctr">
              <a:buNone/>
              <a:defRPr sz="1010" b="0">
                <a:solidFill>
                  <a:srgbClr val="111111"/>
                </a:solidFill>
              </a:defRPr>
            </a:lvl8pPr>
            <a:lvl9pPr algn="ctr">
              <a:buNone/>
              <a:defRPr sz="1010" b="0">
                <a:solidFill>
                  <a:srgbClr val="111111"/>
                </a:solidFill>
              </a:defRPr>
            </a:lvl9pPr>
          </a:lstStyle>
          <a:p>
            <a:pPr algn="ctr">
              <a:buNone/>
              <a:defRPr sz="1010" b="0">
                <a:solidFill>
                  <a:srgbClr val="111111"/>
                </a:solidFill>
              </a:defRPr>
            </a:pPr>
            <a:r>
              <a:rPr sz="1010" b="0">
                <a:solidFill>
                  <a:srgbClr val="111111"/>
                </a:solidFill>
              </a:rPr>
              <a:t>DriverPass system</a:t>
            </a:r>
          </a:p>
        </p:txBody>
      </p:sp>
      <p:sp>
        <p:nvSpPr>
          <p:cNvPr id="91" name="Rectangle 90">
            <a:extLst>
              <a:ext uri="{FF2B5EF4-FFF2-40B4-BE49-F238E27FC236}">
                <a16:creationId xmlns:a16="http://schemas.microsoft.com/office/drawing/2014/main" id="{5EC6FAE4-402C-4089-8BF5-0DFF5FAF7459}"/>
              </a:ext>
            </a:extLst>
          </p:cNvPr>
          <p:cNvSpPr>
            <a:spLocks noGrp="1"/>
          </p:cNvSpPr>
          <p:nvPr/>
        </p:nvSpPr>
        <p:spPr>
          <a:xfrm>
            <a:off x="3134591" y="5656984"/>
            <a:ext cx="5922818" cy="167813"/>
          </a:xfrm>
          <a:prstGeom prst="rect">
            <a:avLst/>
          </a:prstGeom>
          <a:noFill/>
          <a:ln w="0">
            <a:noFill/>
          </a:ln>
        </p:spPr>
        <p:txBody>
          <a:bodyPr lIns="0" tIns="0" rIns="0" bIns="0" anchor="ctr"/>
          <a:lstStyle>
            <a:defPPr algn="ctr">
              <a:defRPr sz="777" b="0">
                <a:solidFill>
                  <a:srgbClr val="111111"/>
                </a:solidFill>
              </a:defRPr>
            </a:defPPr>
            <a:lvl1pPr algn="ctr">
              <a:buNone/>
              <a:defRPr sz="777" b="0">
                <a:solidFill>
                  <a:srgbClr val="111111"/>
                </a:solidFill>
              </a:defRPr>
            </a:lvl1pPr>
            <a:lvl2pPr algn="ctr">
              <a:buNone/>
              <a:defRPr sz="777" b="0">
                <a:solidFill>
                  <a:srgbClr val="111111"/>
                </a:solidFill>
              </a:defRPr>
            </a:lvl2pPr>
            <a:lvl3pPr algn="ctr">
              <a:buNone/>
              <a:defRPr sz="777" b="0">
                <a:solidFill>
                  <a:srgbClr val="111111"/>
                </a:solidFill>
              </a:defRPr>
            </a:lvl3pPr>
            <a:lvl4pPr algn="ctr">
              <a:buNone/>
              <a:defRPr sz="777" b="0">
                <a:solidFill>
                  <a:srgbClr val="111111"/>
                </a:solidFill>
              </a:defRPr>
            </a:lvl4pPr>
            <a:lvl5pPr algn="ctr">
              <a:buNone/>
              <a:defRPr sz="777" b="0">
                <a:solidFill>
                  <a:srgbClr val="111111"/>
                </a:solidFill>
              </a:defRPr>
            </a:lvl5pPr>
            <a:lvl6pPr algn="ctr">
              <a:buNone/>
              <a:defRPr sz="777" b="0">
                <a:solidFill>
                  <a:srgbClr val="111111"/>
                </a:solidFill>
              </a:defRPr>
            </a:lvl6pPr>
            <a:lvl7pPr algn="ctr">
              <a:buNone/>
              <a:defRPr sz="777" b="0">
                <a:solidFill>
                  <a:srgbClr val="111111"/>
                </a:solidFill>
              </a:defRPr>
            </a:lvl7pPr>
            <a:lvl8pPr algn="ctr">
              <a:buNone/>
              <a:defRPr sz="777" b="0">
                <a:solidFill>
                  <a:srgbClr val="111111"/>
                </a:solidFill>
              </a:defRPr>
            </a:lvl8pPr>
            <a:lvl9pPr algn="ctr">
              <a:buNone/>
              <a:defRPr sz="777" b="0">
                <a:solidFill>
                  <a:srgbClr val="111111"/>
                </a:solidFill>
              </a:defRPr>
            </a:lvl9pPr>
          </a:lstStyle>
          <a:p>
            <a:pPr algn="ctr">
              <a:buNone/>
              <a:defRPr sz="777" b="0">
                <a:solidFill>
                  <a:srgbClr val="111111"/>
                </a:solidFill>
              </a:defRPr>
            </a:pPr>
            <a:r>
              <a:rPr sz="777" b="0">
                <a:solidFill>
                  <a:srgbClr val="111111"/>
                </a:solidFill>
              </a:rPr>
              <a:t>Authenticated access is required except for registration and password recovery.</a:t>
            </a:r>
          </a:p>
        </p:txBody>
      </p:sp>
      <p:sp>
        <p:nvSpPr>
          <p:cNvPr id="92" name="Rectangle 91">
            <a:extLst>
              <a:ext uri="{FF2B5EF4-FFF2-40B4-BE49-F238E27FC236}">
                <a16:creationId xmlns:a16="http://schemas.microsoft.com/office/drawing/2014/main" id="{CFB56F4C-EFBD-48A8-96C9-436008196AFC}"/>
              </a:ext>
            </a:extLst>
          </p:cNvPr>
          <p:cNvSpPr>
            <a:spLocks noGrp="1"/>
          </p:cNvSpPr>
          <p:nvPr/>
        </p:nvSpPr>
        <p:spPr>
          <a:xfrm>
            <a:off x="3134591" y="5844540"/>
            <a:ext cx="5922818" cy="167813"/>
          </a:xfrm>
          <a:prstGeom prst="rect">
            <a:avLst/>
          </a:prstGeom>
          <a:noFill/>
          <a:ln w="0">
            <a:noFill/>
          </a:ln>
        </p:spPr>
        <p:txBody>
          <a:bodyPr lIns="0" tIns="0" rIns="0" bIns="0" anchor="ctr"/>
          <a:lstStyle>
            <a:defPPr algn="ctr">
              <a:defRPr sz="777" b="0">
                <a:solidFill>
                  <a:srgbClr val="111111"/>
                </a:solidFill>
              </a:defRPr>
            </a:defPPr>
            <a:lvl1pPr algn="ctr">
              <a:buNone/>
              <a:defRPr sz="777" b="0">
                <a:solidFill>
                  <a:srgbClr val="111111"/>
                </a:solidFill>
              </a:defRPr>
            </a:lvl1pPr>
            <a:lvl2pPr algn="ctr">
              <a:buNone/>
              <a:defRPr sz="777" b="0">
                <a:solidFill>
                  <a:srgbClr val="111111"/>
                </a:solidFill>
              </a:defRPr>
            </a:lvl2pPr>
            <a:lvl3pPr algn="ctr">
              <a:buNone/>
              <a:defRPr sz="777" b="0">
                <a:solidFill>
                  <a:srgbClr val="111111"/>
                </a:solidFill>
              </a:defRPr>
            </a:lvl3pPr>
            <a:lvl4pPr algn="ctr">
              <a:buNone/>
              <a:defRPr sz="777" b="0">
                <a:solidFill>
                  <a:srgbClr val="111111"/>
                </a:solidFill>
              </a:defRPr>
            </a:lvl4pPr>
            <a:lvl5pPr algn="ctr">
              <a:buNone/>
              <a:defRPr sz="777" b="0">
                <a:solidFill>
                  <a:srgbClr val="111111"/>
                </a:solidFill>
              </a:defRPr>
            </a:lvl5pPr>
            <a:lvl6pPr algn="ctr">
              <a:buNone/>
              <a:defRPr sz="777" b="0">
                <a:solidFill>
                  <a:srgbClr val="111111"/>
                </a:solidFill>
              </a:defRPr>
            </a:lvl6pPr>
            <a:lvl7pPr algn="ctr">
              <a:buNone/>
              <a:defRPr sz="777" b="0">
                <a:solidFill>
                  <a:srgbClr val="111111"/>
                </a:solidFill>
              </a:defRPr>
            </a:lvl7pPr>
            <a:lvl8pPr algn="ctr">
              <a:buNone/>
              <a:defRPr sz="777" b="0">
                <a:solidFill>
                  <a:srgbClr val="111111"/>
                </a:solidFill>
              </a:defRPr>
            </a:lvl8pPr>
            <a:lvl9pPr algn="ctr">
              <a:buNone/>
              <a:defRPr sz="777" b="0">
                <a:solidFill>
                  <a:srgbClr val="111111"/>
                </a:solidFill>
              </a:defRPr>
            </a:lvl9pPr>
          </a:lstStyle>
          <a:p>
            <a:pPr algn="ctr">
              <a:buNone/>
              <a:defRPr sz="777" b="0">
                <a:solidFill>
                  <a:srgbClr val="111111"/>
                </a:solidFill>
              </a:defRPr>
            </a:pPr>
            <a:r>
              <a:rPr sz="777" b="0">
                <a:solidFill>
                  <a:srgbClr val="111111"/>
                </a:solidFill>
              </a:rPr>
              <a:t>Role permissions limit each user to approved actions and records.</a:t>
            </a:r>
          </a:p>
        </p:txBody>
      </p:sp>
      <p:sp>
        <p:nvSpPr>
          <p:cNvPr id="93" name="Rectangle 92">
            <a:extLst>
              <a:ext uri="{FF2B5EF4-FFF2-40B4-BE49-F238E27FC236}">
                <a16:creationId xmlns:a16="http://schemas.microsoft.com/office/drawing/2014/main" id="{862F9974-1921-4247-BC23-D6FFC1F35632}"/>
              </a:ext>
            </a:extLst>
          </p:cNvPr>
          <p:cNvSpPr>
            <a:spLocks noGrp="1"/>
          </p:cNvSpPr>
          <p:nvPr/>
        </p:nvSpPr>
        <p:spPr>
          <a:xfrm>
            <a:off x="3134591" y="6303558"/>
            <a:ext cx="5922818" cy="159423"/>
          </a:xfrm>
          <a:prstGeom prst="rect">
            <a:avLst/>
          </a:prstGeom>
          <a:noFill/>
          <a:ln w="0">
            <a:noFill/>
          </a:ln>
        </p:spPr>
        <p:txBody>
          <a:bodyPr lIns="0" tIns="0" rIns="0" bIns="0" anchor="ctr"/>
          <a:lstStyle>
            <a:defPPr algn="ctr">
              <a:defRPr sz="738" b="0">
                <a:solidFill>
                  <a:srgbClr val="111111"/>
                </a:solidFill>
              </a:defRPr>
            </a:defPPr>
            <a:lvl1pPr algn="ctr">
              <a:buNone/>
              <a:defRPr sz="738" b="0">
                <a:solidFill>
                  <a:srgbClr val="111111"/>
                </a:solidFill>
              </a:defRPr>
            </a:lvl1pPr>
            <a:lvl2pPr algn="ctr">
              <a:buNone/>
              <a:defRPr sz="738" b="0">
                <a:solidFill>
                  <a:srgbClr val="111111"/>
                </a:solidFill>
              </a:defRPr>
            </a:lvl2pPr>
            <a:lvl3pPr algn="ctr">
              <a:buNone/>
              <a:defRPr sz="738" b="0">
                <a:solidFill>
                  <a:srgbClr val="111111"/>
                </a:solidFill>
              </a:defRPr>
            </a:lvl3pPr>
            <a:lvl4pPr algn="ctr">
              <a:buNone/>
              <a:defRPr sz="738" b="0">
                <a:solidFill>
                  <a:srgbClr val="111111"/>
                </a:solidFill>
              </a:defRPr>
            </a:lvl4pPr>
            <a:lvl5pPr algn="ctr">
              <a:buNone/>
              <a:defRPr sz="738" b="0">
                <a:solidFill>
                  <a:srgbClr val="111111"/>
                </a:solidFill>
              </a:defRPr>
            </a:lvl5pPr>
            <a:lvl6pPr algn="ctr">
              <a:buNone/>
              <a:defRPr sz="738" b="0">
                <a:solidFill>
                  <a:srgbClr val="111111"/>
                </a:solidFill>
              </a:defRPr>
            </a:lvl6pPr>
            <a:lvl7pPr algn="ctr">
              <a:buNone/>
              <a:defRPr sz="738" b="0">
                <a:solidFill>
                  <a:srgbClr val="111111"/>
                </a:solidFill>
              </a:defRPr>
            </a:lvl7pPr>
            <a:lvl8pPr algn="ctr">
              <a:buNone/>
              <a:defRPr sz="738" b="0">
                <a:solidFill>
                  <a:srgbClr val="111111"/>
                </a:solidFill>
              </a:defRPr>
            </a:lvl8pPr>
            <a:lvl9pPr algn="ctr">
              <a:buNone/>
              <a:defRPr sz="738" b="0">
                <a:solidFill>
                  <a:srgbClr val="111111"/>
                </a:solidFill>
              </a:defRPr>
            </a:lvl9pPr>
          </a:lstStyle>
          <a:p>
            <a:pPr algn="ctr">
              <a:buNone/>
              <a:defRPr sz="738" b="0">
                <a:solidFill>
                  <a:srgbClr val="111111"/>
                </a:solidFill>
              </a:defRPr>
            </a:pPr>
            <a:r>
              <a:rPr sz="738" b="0">
                <a:solidFill>
                  <a:srgbClr val="111111"/>
                </a:solidFill>
              </a:rPr>
              <a:t>Actors are outside the boundary. Ovals are use cases. Solid lines are associations.</a:t>
            </a:r>
          </a:p>
        </p:txBody>
      </p:sp>
      <p:sp>
        <p:nvSpPr>
          <p:cNvPr id="94" name="Rectangle 93">
            <a:extLst>
              <a:ext uri="{FF2B5EF4-FFF2-40B4-BE49-F238E27FC236}">
                <a16:creationId xmlns:a16="http://schemas.microsoft.com/office/drawing/2014/main" id="{3EFD3369-E5BB-48C0-AF49-2734A6452762}"/>
              </a:ext>
            </a:extLst>
          </p:cNvPr>
          <p:cNvSpPr>
            <a:spLocks noGrp="1"/>
          </p:cNvSpPr>
          <p:nvPr/>
        </p:nvSpPr>
        <p:spPr>
          <a:xfrm>
            <a:off x="0" y="0"/>
            <a:ext cx="12192000" cy="904875"/>
          </a:xfrm>
          <a:prstGeom prst="rect">
            <a:avLst/>
          </a:prstGeom>
          <a:solidFill>
            <a:srgbClr val="365B96"/>
          </a:solidFill>
          <a:ln w="0">
            <a:noFill/>
          </a:ln>
        </p:spPr>
        <p:txBody>
          <a:bodyPr/>
          <a:lstStyle/>
          <a:p>
            <a:endParaRPr/>
          </a:p>
        </p:txBody>
      </p:sp>
      <p:sp>
        <p:nvSpPr>
          <p:cNvPr id="95" name="Rectangle 94">
            <a:extLst>
              <a:ext uri="{FF2B5EF4-FFF2-40B4-BE49-F238E27FC236}">
                <a16:creationId xmlns:a16="http://schemas.microsoft.com/office/drawing/2014/main" id="{BAA934B1-87B5-4C0C-8553-943A453EDA10}"/>
              </a:ext>
            </a:extLst>
          </p:cNvPr>
          <p:cNvSpPr>
            <a:spLocks noGrp="1"/>
          </p:cNvSpPr>
          <p:nvPr/>
        </p:nvSpPr>
        <p:spPr>
          <a:xfrm>
            <a:off x="428625" y="95250"/>
            <a:ext cx="11239500" cy="685800"/>
          </a:xfrm>
          <a:prstGeom prst="rect">
            <a:avLst/>
          </a:prstGeom>
          <a:noFill/>
          <a:ln w="0">
            <a:noFill/>
          </a:ln>
        </p:spPr>
        <p:txBody>
          <a:bodyPr lIns="0" tIns="0" rIns="0" bIns="0" anchor="ctr"/>
          <a:lstStyle>
            <a:defPPr algn="l">
              <a:defRPr sz="3450" b="0">
                <a:solidFill>
                  <a:srgbClr val="FFFFFF"/>
                </a:solidFill>
              </a:defRPr>
            </a:defPPr>
            <a:lvl1pPr algn="l">
              <a:buNone/>
              <a:defRPr sz="3450" b="0">
                <a:solidFill>
                  <a:srgbClr val="FFFFFF"/>
                </a:solidFill>
              </a:defRPr>
            </a:lvl1pPr>
            <a:lvl2pPr algn="l">
              <a:buNone/>
              <a:defRPr sz="3450" b="0">
                <a:solidFill>
                  <a:srgbClr val="FFFFFF"/>
                </a:solidFill>
              </a:defRPr>
            </a:lvl2pPr>
            <a:lvl3pPr algn="l">
              <a:buNone/>
              <a:defRPr sz="3450" b="0">
                <a:solidFill>
                  <a:srgbClr val="FFFFFF"/>
                </a:solidFill>
              </a:defRPr>
            </a:lvl3pPr>
            <a:lvl4pPr algn="l">
              <a:buNone/>
              <a:defRPr sz="3450" b="0">
                <a:solidFill>
                  <a:srgbClr val="FFFFFF"/>
                </a:solidFill>
              </a:defRPr>
            </a:lvl4pPr>
            <a:lvl5pPr algn="l">
              <a:buNone/>
              <a:defRPr sz="3450" b="0">
                <a:solidFill>
                  <a:srgbClr val="FFFFFF"/>
                </a:solidFill>
              </a:defRPr>
            </a:lvl5pPr>
            <a:lvl6pPr algn="l">
              <a:buNone/>
              <a:defRPr sz="3450" b="0">
                <a:solidFill>
                  <a:srgbClr val="FFFFFF"/>
                </a:solidFill>
              </a:defRPr>
            </a:lvl6pPr>
            <a:lvl7pPr algn="l">
              <a:buNone/>
              <a:defRPr sz="3450" b="0">
                <a:solidFill>
                  <a:srgbClr val="FFFFFF"/>
                </a:solidFill>
              </a:defRPr>
            </a:lvl7pPr>
            <a:lvl8pPr algn="l">
              <a:buNone/>
              <a:defRPr sz="3450" b="0">
                <a:solidFill>
                  <a:srgbClr val="FFFFFF"/>
                </a:solidFill>
              </a:defRPr>
            </a:lvl8pPr>
            <a:lvl9pPr algn="l">
              <a:buNone/>
              <a:defRPr sz="3450" b="0">
                <a:solidFill>
                  <a:srgbClr val="FFFFFF"/>
                </a:solidFill>
              </a:defRPr>
            </a:lvl9pPr>
          </a:lstStyle>
          <a:p>
            <a:pPr algn="l">
              <a:buNone/>
              <a:defRPr sz="3450" b="0">
                <a:solidFill>
                  <a:srgbClr val="FFFFFF"/>
                </a:solidFill>
              </a:defRPr>
            </a:pPr>
            <a:r>
              <a:rPr sz="3450" b="0">
                <a:solidFill>
                  <a:srgbClr val="FFFFFF"/>
                </a:solidFill>
              </a:rPr>
              <a:t>Use Case Diagram</a:t>
            </a:r>
          </a:p>
        </p:txBody>
      </p:sp>
    </p:spTree>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Lst>
          </p:cNvPr>
          <p:cNvSpPr>
            <a:spLocks noGrp="1"/>
          </p:cNvSpPr>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B4F5FA0D-0104-4987-8241-EFF7C85B88DE}"/>
              </a:ext>
            </a:extLst>
          </p:cNvPr>
          <p:cNvSpPr>
            <a:spLocks noGrp="1"/>
          </p:cNvSpPr>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12">
            <a:extLst>
              <a:ext uri="{FF2B5EF4-FFF2-40B4-BE49-F238E27FC236}">
                <a16:creationId xmlns:a16="http://schemas.microsoft.com/office/drawing/2014/main" id="{BECDD187-1938-4A84-8261-DA97BB8276F5}"/>
              </a:ext>
            </a:extLst>
          </p:cNvPr>
          <p:cNvPicPr>
            <a:picLocks noChangeAspect="1"/>
          </p:cNvPicPr>
          <p:nvPr/>
        </p:nvPicPr>
        <p:blipFill>
          <a:blip r:embed="rId3"/>
          <a:stretch>
            <a:fillRect/>
          </a:stretch>
        </p:blipFill>
        <p:spPr>
          <a:xfrm>
            <a:off x="0" y="0"/>
            <a:ext cx="12192000" cy="6858000"/>
          </a:xfrm>
          <a:prstGeom prst="rect">
            <a:avLst/>
          </a:prstGeom>
        </p:spPr>
      </p:pic>
      <p:sp>
        <p:nvSpPr>
          <p:cNvPr id="81" name="Rectangle 80">
            <a:extLst>
              <a:ext uri="{FF2B5EF4-FFF2-40B4-BE49-F238E27FC236}">
                <a16:creationId xmlns:a16="http://schemas.microsoft.com/office/drawing/2014/main" id="{78CAA487-AF4F-4A4C-B473-00D0D33A38F4}"/>
              </a:ext>
            </a:extLst>
          </p:cNvPr>
          <p:cNvSpPr>
            <a:spLocks noGrp="1"/>
          </p:cNvSpPr>
          <p:nvPr/>
        </p:nvSpPr>
        <p:spPr>
          <a:xfrm>
            <a:off x="0" y="0"/>
            <a:ext cx="12192000" cy="904875"/>
          </a:xfrm>
          <a:prstGeom prst="rect">
            <a:avLst/>
          </a:prstGeom>
          <a:solidFill>
            <a:srgbClr val="365B96"/>
          </a:solidFill>
          <a:ln w="0">
            <a:noFill/>
          </a:ln>
        </p:spPr>
        <p:txBody>
          <a:bodyPr/>
          <a:lstStyle/>
          <a:p>
            <a:endParaRPr/>
          </a:p>
        </p:txBody>
      </p:sp>
      <p:sp>
        <p:nvSpPr>
          <p:cNvPr id="82" name="Rectangle 81">
            <a:extLst>
              <a:ext uri="{FF2B5EF4-FFF2-40B4-BE49-F238E27FC236}">
                <a16:creationId xmlns:a16="http://schemas.microsoft.com/office/drawing/2014/main" id="{0BD3428A-284A-41F6-A99E-3DBC57C03633}"/>
              </a:ext>
            </a:extLst>
          </p:cNvPr>
          <p:cNvSpPr>
            <a:spLocks noGrp="1"/>
          </p:cNvSpPr>
          <p:nvPr/>
        </p:nvSpPr>
        <p:spPr>
          <a:xfrm>
            <a:off x="428625" y="95250"/>
            <a:ext cx="11239500" cy="685800"/>
          </a:xfrm>
          <a:prstGeom prst="rect">
            <a:avLst/>
          </a:prstGeom>
          <a:noFill/>
          <a:ln w="0">
            <a:noFill/>
          </a:ln>
        </p:spPr>
        <p:txBody>
          <a:bodyPr lIns="0" tIns="0" rIns="0" bIns="0" anchor="ctr"/>
          <a:lstStyle>
            <a:defPPr algn="l">
              <a:defRPr sz="3450" b="0">
                <a:solidFill>
                  <a:srgbClr val="FFFFFF"/>
                </a:solidFill>
              </a:defRPr>
            </a:defPPr>
            <a:lvl1pPr algn="l">
              <a:buNone/>
              <a:defRPr sz="3450" b="0">
                <a:solidFill>
                  <a:srgbClr val="FFFFFF"/>
                </a:solidFill>
              </a:defRPr>
            </a:lvl1pPr>
            <a:lvl2pPr algn="l">
              <a:buNone/>
              <a:defRPr sz="3450" b="0">
                <a:solidFill>
                  <a:srgbClr val="FFFFFF"/>
                </a:solidFill>
              </a:defRPr>
            </a:lvl2pPr>
            <a:lvl3pPr algn="l">
              <a:buNone/>
              <a:defRPr sz="3450" b="0">
                <a:solidFill>
                  <a:srgbClr val="FFFFFF"/>
                </a:solidFill>
              </a:defRPr>
            </a:lvl3pPr>
            <a:lvl4pPr algn="l">
              <a:buNone/>
              <a:defRPr sz="3450" b="0">
                <a:solidFill>
                  <a:srgbClr val="FFFFFF"/>
                </a:solidFill>
              </a:defRPr>
            </a:lvl4pPr>
            <a:lvl5pPr algn="l">
              <a:buNone/>
              <a:defRPr sz="3450" b="0">
                <a:solidFill>
                  <a:srgbClr val="FFFFFF"/>
                </a:solidFill>
              </a:defRPr>
            </a:lvl5pPr>
            <a:lvl6pPr algn="l">
              <a:buNone/>
              <a:defRPr sz="3450" b="0">
                <a:solidFill>
                  <a:srgbClr val="FFFFFF"/>
                </a:solidFill>
              </a:defRPr>
            </a:lvl6pPr>
            <a:lvl7pPr algn="l">
              <a:buNone/>
              <a:defRPr sz="3450" b="0">
                <a:solidFill>
                  <a:srgbClr val="FFFFFF"/>
                </a:solidFill>
              </a:defRPr>
            </a:lvl7pPr>
            <a:lvl8pPr algn="l">
              <a:buNone/>
              <a:defRPr sz="3450" b="0">
                <a:solidFill>
                  <a:srgbClr val="FFFFFF"/>
                </a:solidFill>
              </a:defRPr>
            </a:lvl8pPr>
            <a:lvl9pPr algn="l">
              <a:buNone/>
              <a:defRPr sz="3450" b="0">
                <a:solidFill>
                  <a:srgbClr val="FFFFFF"/>
                </a:solidFill>
              </a:defRPr>
            </a:lvl9pPr>
          </a:lstStyle>
          <a:p>
            <a:pPr algn="l">
              <a:buNone/>
              <a:defRPr sz="3450" b="0">
                <a:solidFill>
                  <a:srgbClr val="FFFFFF"/>
                </a:solidFill>
              </a:defRPr>
            </a:pPr>
            <a:r>
              <a:rPr sz="3450" b="0">
                <a:solidFill>
                  <a:srgbClr val="FFFFFF"/>
                </a:solidFill>
              </a:rPr>
              <a:t>Activity Diagram</a:t>
            </a:r>
          </a:p>
        </p:txBody>
      </p:sp>
      <p:pic>
        <p:nvPicPr>
          <p:cNvPr id="5" name="Picture 4">
            <a:extLst>
              <a:ext uri="{FF2B5EF4-FFF2-40B4-BE49-F238E27FC236}">
                <a16:creationId xmlns:a16="http://schemas.microsoft.com/office/drawing/2014/main" id="{2F6E1632-95F9-D56E-2773-B2D0508E0B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5167" y="904874"/>
            <a:ext cx="4530591" cy="5953125"/>
          </a:xfrm>
          <a:prstGeom prst="rect">
            <a:avLst/>
          </a:prstGeom>
        </p:spPr>
      </p:pic>
    </p:spTree>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Lst>
          </p:cNvPr>
          <p:cNvSpPr>
            <a:spLocks noGrp="1"/>
          </p:cNvSpPr>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B4F5FA0D-0104-4987-8241-EFF7C85B88DE}"/>
              </a:ext>
            </a:extLst>
          </p:cNvPr>
          <p:cNvSpPr>
            <a:spLocks noGrp="1"/>
          </p:cNvSpPr>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12">
            <a:extLst>
              <a:ext uri="{FF2B5EF4-FFF2-40B4-BE49-F238E27FC236}">
                <a16:creationId xmlns:a16="http://schemas.microsoft.com/office/drawing/2014/main" id="{E6FE638D-FD0F-433D-8C0B-BF8633A03DEE}"/>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B3EEA6B-D1A5-4B94-BD90-4C312592871C}"/>
              </a:ext>
            </a:extLst>
          </p:cNvPr>
          <p:cNvSpPr>
            <a:spLocks noGrp="1"/>
          </p:cNvSpPr>
          <p:nvPr>
            <p:ph type="title"/>
          </p:nvPr>
        </p:nvSpPr>
        <p:spPr>
          <a:xfrm>
            <a:off x="640079" y="2053641"/>
            <a:ext cx="3669161" cy="2760098"/>
          </a:xfrm>
        </p:spPr>
        <p:txBody>
          <a:bodyPr>
            <a:normAutofit/>
          </a:bodyPr>
          <a:lstStyle/>
          <a:p>
            <a:r>
              <a:rPr>
                <a:solidFill>
                  <a:schemeClr val="bg1"/>
                </a:solidFill>
              </a:rPr>
              <a:t>Security</a:t>
            </a:r>
          </a:p>
        </p:txBody>
      </p:sp>
      <p:sp>
        <p:nvSpPr>
          <p:cNvPr id="3" name="Content Placeholder 2">
            <a:extLst>
              <a:ext uri="{FF2B5EF4-FFF2-40B4-BE49-F238E27FC236}">
                <a16:creationId xmlns:a16="http://schemas.microsoft.com/office/drawing/2014/main" id="{37FB6C78-3AB5-4BEF-92CB-3E2424745CE0}"/>
              </a:ext>
            </a:extLst>
          </p:cNvPr>
          <p:cNvSpPr>
            <a:spLocks noGrp="1"/>
          </p:cNvSpPr>
          <p:nvPr>
            <p:ph idx="1"/>
          </p:nvPr>
        </p:nvSpPr>
        <p:spPr>
          <a:xfrm>
            <a:off x="6143625" y="809625"/>
            <a:ext cx="5286375" cy="5286375"/>
          </a:xfrm>
        </p:spPr>
        <p:txBody>
          <a:bodyPr anchor="ctr">
            <a:normAutofit/>
          </a:bodyPr>
          <a:lstStyle>
            <a:defPPr>
              <a:defRPr sz="2400">
                <a:solidFill>
                  <a:srgbClr val="111111"/>
                </a:solidFill>
              </a:defRPr>
            </a:defPPr>
            <a:lvl1pPr>
              <a:buNone/>
              <a:defRPr sz="2400">
                <a:solidFill>
                  <a:srgbClr val="111111"/>
                </a:solidFill>
              </a:defRPr>
            </a:lvl1pPr>
            <a:lvl2pPr>
              <a:buNone/>
              <a:defRPr sz="2400">
                <a:solidFill>
                  <a:srgbClr val="111111"/>
                </a:solidFill>
              </a:defRPr>
            </a:lvl2pPr>
            <a:lvl3pPr>
              <a:buNone/>
              <a:defRPr sz="2400">
                <a:solidFill>
                  <a:srgbClr val="111111"/>
                </a:solidFill>
              </a:defRPr>
            </a:lvl3pPr>
            <a:lvl4pPr>
              <a:buNone/>
              <a:defRPr sz="2400">
                <a:solidFill>
                  <a:srgbClr val="111111"/>
                </a:solidFill>
              </a:defRPr>
            </a:lvl4pPr>
            <a:lvl5pPr>
              <a:buNone/>
              <a:defRPr sz="2400">
                <a:solidFill>
                  <a:srgbClr val="111111"/>
                </a:solidFill>
              </a:defRPr>
            </a:lvl5pPr>
            <a:lvl6pPr>
              <a:buNone/>
              <a:defRPr sz="2400">
                <a:solidFill>
                  <a:srgbClr val="111111"/>
                </a:solidFill>
              </a:defRPr>
            </a:lvl6pPr>
            <a:lvl7pPr>
              <a:buNone/>
              <a:defRPr sz="2400">
                <a:solidFill>
                  <a:srgbClr val="111111"/>
                </a:solidFill>
              </a:defRPr>
            </a:lvl7pPr>
            <a:lvl8pPr>
              <a:buNone/>
              <a:defRPr sz="2400">
                <a:solidFill>
                  <a:srgbClr val="111111"/>
                </a:solidFill>
              </a:defRPr>
            </a:lvl8pPr>
            <a:lvl9pPr>
              <a:buNone/>
              <a:defRPr sz="2400">
                <a:solidFill>
                  <a:srgbClr val="111111"/>
                </a:solidFill>
              </a:defRPr>
            </a:lvl9pPr>
          </a:lstStyle>
          <a:p>
            <a:pPr>
              <a:buNone/>
              <a:defRPr sz="2400">
                <a:solidFill>
                  <a:srgbClr val="111111"/>
                </a:solidFill>
              </a:defRPr>
            </a:pPr>
            <a:r>
              <a:rPr sz="2400">
                <a:solidFill>
                  <a:srgbClr val="111111"/>
                </a:solidFill>
              </a:rPr>
              <a:t>Give users access based on their role</a:t>
            </a:r>
            <a:endParaRPr sz="2400">
              <a:solidFill>
                <a:srgbClr val="000000"/>
              </a:solidFill>
            </a:endParaRPr>
          </a:p>
          <a:p>
            <a:pPr>
              <a:buNone/>
              <a:defRPr sz="2400">
                <a:solidFill>
                  <a:srgbClr val="111111"/>
                </a:solidFill>
              </a:defRPr>
            </a:pPr>
            <a:r>
              <a:rPr sz="2400">
                <a:solidFill>
                  <a:srgbClr val="111111"/>
                </a:solidFill>
              </a:rPr>
              <a:t>Keep customer information protected</a:t>
            </a:r>
            <a:endParaRPr sz="2400">
              <a:solidFill>
                <a:srgbClr val="000000"/>
              </a:solidFill>
            </a:endParaRPr>
          </a:p>
          <a:p>
            <a:pPr>
              <a:buNone/>
              <a:defRPr sz="2400">
                <a:solidFill>
                  <a:srgbClr val="111111"/>
                </a:solidFill>
              </a:defRPr>
            </a:pPr>
            <a:r>
              <a:rPr sz="2400">
                <a:solidFill>
                  <a:srgbClr val="111111"/>
                </a:solidFill>
              </a:rPr>
              <a:t>Help users reset passwords and block former staff</a:t>
            </a:r>
            <a:endParaRPr sz="2400">
              <a:solidFill>
                <a:srgbClr val="000000"/>
              </a:solidFill>
            </a:endParaRPr>
          </a:p>
          <a:p>
            <a:pPr>
              <a:buNone/>
              <a:defRPr sz="2400">
                <a:solidFill>
                  <a:srgbClr val="111111"/>
                </a:solidFill>
              </a:defRPr>
            </a:pPr>
            <a:r>
              <a:rPr sz="2400">
                <a:solidFill>
                  <a:srgbClr val="111111"/>
                </a:solidFill>
              </a:rPr>
              <a:t>Track who makes changes to reservations</a:t>
            </a:r>
            <a:endParaRPr sz="2400">
              <a:solidFill>
                <a:srgbClr val="000000"/>
              </a:solidFill>
            </a:endParaRPr>
          </a:p>
          <a:p>
            <a:pPr>
              <a:buNone/>
              <a:defRPr sz="2400">
                <a:solidFill>
                  <a:srgbClr val="111111"/>
                </a:solidFill>
              </a:defRPr>
            </a:pPr>
            <a:r>
              <a:rPr sz="2400">
                <a:solidFill>
                  <a:srgbClr val="111111"/>
                </a:solidFill>
              </a:rPr>
              <a:t>Use a payment service and back up records</a:t>
            </a:r>
            <a:endParaRPr sz="2400">
              <a:solidFill>
                <a:srgbClr val="000000"/>
              </a:solidFill>
            </a:endParaRPr>
          </a:p>
        </p:txBody>
      </p:sp>
    </p:spTree>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Lst>
          </p:cNvPr>
          <p:cNvSpPr>
            <a:spLocks noGrp="1"/>
          </p:cNvSpPr>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B4F5FA0D-0104-4987-8241-EFF7C85B88DE}"/>
              </a:ext>
            </a:extLst>
          </p:cNvPr>
          <p:cNvSpPr>
            <a:spLocks noGrp="1"/>
          </p:cNvSpPr>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3" name="Picture 12">
            <a:extLst>
              <a:ext uri="{FF2B5EF4-FFF2-40B4-BE49-F238E27FC236}">
                <a16:creationId xmlns:a16="http://schemas.microsoft.com/office/drawing/2014/main" id="{1BEDCA18-F80C-4C02-96FB-349DE733AFBE}"/>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4B52D7-1678-4262-AF61-AD43F16F85FB}"/>
              </a:ext>
            </a:extLst>
          </p:cNvPr>
          <p:cNvSpPr>
            <a:spLocks noGrp="1"/>
          </p:cNvSpPr>
          <p:nvPr>
            <p:ph type="title"/>
          </p:nvPr>
        </p:nvSpPr>
        <p:spPr>
          <a:xfrm>
            <a:off x="640079" y="2053641"/>
            <a:ext cx="3669161" cy="2760098"/>
          </a:xfrm>
        </p:spPr>
        <p:txBody>
          <a:bodyPr>
            <a:normAutofit/>
          </a:bodyPr>
          <a:lstStyle/>
          <a:p>
            <a:r>
              <a:rPr>
                <a:solidFill>
                  <a:schemeClr val="bg1"/>
                </a:solidFill>
              </a:rPr>
              <a:t>System Limitations</a:t>
            </a:r>
          </a:p>
        </p:txBody>
      </p:sp>
      <p:sp>
        <p:nvSpPr>
          <p:cNvPr id="3" name="Content Placeholder 2">
            <a:extLst>
              <a:ext uri="{FF2B5EF4-FFF2-40B4-BE49-F238E27FC236}">
                <a16:creationId xmlns:a16="http://schemas.microsoft.com/office/drawing/2014/main" id="{E928CF0C-9FA0-4C2F-A829-1BC35CEC44FE}"/>
              </a:ext>
            </a:extLst>
          </p:cNvPr>
          <p:cNvSpPr>
            <a:spLocks noGrp="1"/>
          </p:cNvSpPr>
          <p:nvPr>
            <p:ph type="body" idx="1"/>
          </p:nvPr>
        </p:nvSpPr>
        <p:spPr>
          <a:xfrm>
            <a:off x="6143625" y="809625"/>
            <a:ext cx="5286375" cy="5286375"/>
          </a:xfrm>
        </p:spPr>
        <p:txBody>
          <a:bodyPr anchor="ctr">
            <a:normAutofit/>
          </a:bodyPr>
          <a:lstStyle>
            <a:defPPr>
              <a:defRPr sz="2400">
                <a:solidFill>
                  <a:srgbClr val="111111"/>
                </a:solidFill>
              </a:defRPr>
            </a:defPPr>
            <a:lvl1pPr>
              <a:buNone/>
              <a:defRPr sz="2400">
                <a:solidFill>
                  <a:srgbClr val="111111"/>
                </a:solidFill>
              </a:defRPr>
            </a:lvl1pPr>
            <a:lvl2pPr>
              <a:buNone/>
              <a:defRPr sz="2400">
                <a:solidFill>
                  <a:srgbClr val="111111"/>
                </a:solidFill>
              </a:defRPr>
            </a:lvl2pPr>
            <a:lvl3pPr>
              <a:buNone/>
              <a:defRPr sz="2400">
                <a:solidFill>
                  <a:srgbClr val="111111"/>
                </a:solidFill>
              </a:defRPr>
            </a:lvl3pPr>
            <a:lvl4pPr>
              <a:buNone/>
              <a:defRPr sz="2400">
                <a:solidFill>
                  <a:srgbClr val="111111"/>
                </a:solidFill>
              </a:defRPr>
            </a:lvl4pPr>
            <a:lvl5pPr>
              <a:buNone/>
              <a:defRPr sz="2400">
                <a:solidFill>
                  <a:srgbClr val="111111"/>
                </a:solidFill>
              </a:defRPr>
            </a:lvl5pPr>
            <a:lvl6pPr>
              <a:buNone/>
              <a:defRPr sz="2400">
                <a:solidFill>
                  <a:srgbClr val="111111"/>
                </a:solidFill>
              </a:defRPr>
            </a:lvl6pPr>
            <a:lvl7pPr>
              <a:buNone/>
              <a:defRPr sz="2400">
                <a:solidFill>
                  <a:srgbClr val="111111"/>
                </a:solidFill>
              </a:defRPr>
            </a:lvl7pPr>
            <a:lvl8pPr>
              <a:buNone/>
              <a:defRPr sz="2400">
                <a:solidFill>
                  <a:srgbClr val="111111"/>
                </a:solidFill>
              </a:defRPr>
            </a:lvl8pPr>
            <a:lvl9pPr>
              <a:buNone/>
              <a:defRPr sz="2400">
                <a:solidFill>
                  <a:srgbClr val="111111"/>
                </a:solidFill>
              </a:defRPr>
            </a:lvl9pPr>
          </a:lstStyle>
          <a:p>
            <a:pPr>
              <a:buNone/>
              <a:defRPr sz="2400">
                <a:solidFill>
                  <a:srgbClr val="111111"/>
                </a:solidFill>
              </a:defRPr>
            </a:pPr>
            <a:r>
              <a:rPr sz="2400">
                <a:solidFill>
                  <a:srgbClr val="111111"/>
                </a:solidFill>
              </a:rPr>
              <a:t>Bookings and online tests need internet access</a:t>
            </a:r>
            <a:endParaRPr sz="2400">
              <a:solidFill>
                <a:srgbClr val="000000"/>
              </a:solidFill>
            </a:endParaRPr>
          </a:p>
          <a:p>
            <a:pPr>
              <a:buNone/>
              <a:defRPr sz="2400">
                <a:solidFill>
                  <a:srgbClr val="111111"/>
                </a:solidFill>
              </a:defRPr>
            </a:pPr>
            <a:r>
              <a:rPr sz="2400">
                <a:solidFill>
                  <a:srgbClr val="111111"/>
                </a:solidFill>
              </a:rPr>
              <a:t>Downloaded reports can be viewed offline</a:t>
            </a:r>
            <a:endParaRPr sz="2400">
              <a:solidFill>
                <a:srgbClr val="000000"/>
              </a:solidFill>
            </a:endParaRPr>
          </a:p>
          <a:p>
            <a:pPr>
              <a:buNone/>
              <a:defRPr sz="2400">
                <a:solidFill>
                  <a:srgbClr val="111111"/>
                </a:solidFill>
              </a:defRPr>
            </a:pPr>
            <a:r>
              <a:rPr sz="2400">
                <a:solidFill>
                  <a:srgbClr val="111111"/>
                </a:solidFill>
              </a:rPr>
              <a:t>Lesson times depend on available drivers and cars</a:t>
            </a:r>
            <a:endParaRPr sz="2400">
              <a:solidFill>
                <a:srgbClr val="000000"/>
              </a:solidFill>
            </a:endParaRPr>
          </a:p>
          <a:p>
            <a:pPr>
              <a:buNone/>
              <a:defRPr sz="2400">
                <a:solidFill>
                  <a:srgbClr val="111111"/>
                </a:solidFill>
              </a:defRPr>
            </a:pPr>
            <a:r>
              <a:rPr sz="2400">
                <a:solidFill>
                  <a:srgbClr val="111111"/>
                </a:solidFill>
              </a:rPr>
              <a:t>New training modules need more development</a:t>
            </a:r>
            <a:endParaRPr sz="2400">
              <a:solidFill>
                <a:srgbClr val="000000"/>
              </a:solidFill>
            </a:endParaRPr>
          </a:p>
          <a:p>
            <a:pPr>
              <a:buNone/>
              <a:defRPr sz="2400">
                <a:solidFill>
                  <a:srgbClr val="111111"/>
                </a:solidFill>
              </a:defRPr>
            </a:pPr>
            <a:r>
              <a:rPr sz="2400">
                <a:solidFill>
                  <a:srgbClr val="111111"/>
                </a:solidFill>
              </a:rPr>
              <a:t>DMV updates need a confirmed connection</a:t>
            </a:r>
            <a:endParaRPr sz="2400">
              <a:solidFill>
                <a:srgbClr val="000000"/>
              </a:solidFill>
            </a:endParaRPr>
          </a:p>
          <a:p>
            <a:pPr>
              <a:buNone/>
              <a:defRPr sz="2400">
                <a:solidFill>
                  <a:srgbClr val="111111"/>
                </a:solidFill>
              </a:defRPr>
            </a:pPr>
            <a:r>
              <a:rPr sz="2400">
                <a:solidFill>
                  <a:srgbClr val="111111"/>
                </a:solidFill>
              </a:rPr>
              <a:t>Training cannot guarantee a passing test score</a:t>
            </a:r>
            <a:endParaRPr sz="2400">
              <a:solidFill>
                <a:srgbClr val="000000"/>
              </a:solidFill>
            </a:endParaRPr>
          </a:p>
        </p:txBody>
      </p:sp>
    </p:spTree>
    <p:extLst>
      <p:ext uri="{BB962C8B-B14F-4D97-AF65-F5344CB8AC3E}">
        <p14:creationId xmlns:p14="http://schemas.microsoft.com/office/powerpoint/2010/main" val="3225141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1168</Words>
  <Application>Microsoft Office PowerPoint</Application>
  <DocSecurity>0</DocSecurity>
  <PresentationFormat>Widescreen</PresentationFormat>
  <Paragraphs>76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PowerPoint Presentation</vt:lpstr>
      <vt:lpstr>PowerPoint Presentation</vt:lpstr>
      <vt:lpstr>Security</vt:lpstr>
      <vt:lpstr>System Limitations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Chayce Jones</cp:lastModifiedBy>
  <cp:revision>2</cp:revision>
  <dcterms:created xsi:type="dcterms:W3CDTF">2026-10-17T11:46:42Z</dcterms:created>
  <dcterms:modified xsi:type="dcterms:W3CDTF">2026-10-18T18:02:21Z</dcterms:modified>
</cp:coreProperties>
</file>